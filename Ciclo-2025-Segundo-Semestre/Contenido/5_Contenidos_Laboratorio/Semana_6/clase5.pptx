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Quattrocento"/>
      <p:regular r:id="rId27"/>
      <p:bold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gFFTsbEnm5dw0inaCV9nLsJtCk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3AAA71-4577-4FB3-91CF-8AD715C58560}">
  <a:tblStyle styleId="{7E3AAA71-4577-4FB3-91CF-8AD715C5856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Quattrocento-bold.fntdata"/><Relationship Id="rId27" Type="http://schemas.openxmlformats.org/officeDocument/2006/relationships/font" Target="fonts/Quattrocen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b928cbc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0b928cb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57" name="Google Shape;15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2" name="Google Shape;17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74" name="Google Shape;17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02" name="Google Shape;202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3" name="Google Shape;203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05" name="Google Shape;205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1" name="Google Shape;241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43" name="Google Shape;243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82" name="Google Shape;282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3" name="Google Shape;283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85" name="Google Shape;285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86" name="Google Shape;286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28" name="Google Shape;328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9" name="Google Shape;329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31" name="Google Shape;331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32" name="Google Shape;332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59" name="Google Shape;359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0" name="Google Shape;360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62" name="Google Shape;362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63" name="Google Shape;363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22" name="Google Shape;422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3" name="Google Shape;423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425" name="Google Shape;425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26" name="Google Shape;426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70" name="Google Shape;470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71" name="Google Shape;471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473" name="Google Shape;473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74" name="Google Shape;474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98" name="Google Shape;498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9" name="Google Shape;499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501" name="Google Shape;501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502" name="Google Shape;502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928cbc1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a0b928cbc1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a0b928cbc1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hyperlink" Target="https://youtu.be/r0JntJD-Q8s" TargetMode="External"/><Relationship Id="rId6" Type="http://schemas.openxmlformats.org/officeDocument/2006/relationships/hyperlink" Target="https://youtu.be/r0JntJD-Q8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Relationship Id="rId7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0b928cbc1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g3a0b928cbc1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{7E3AAA71-4577-4FB3-91CF-8AD715C58560}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g3a0b928cbc1_0_0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0b928cbc1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75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69140" y="7832650"/>
            <a:ext cx="1460544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207740" y="3955606"/>
            <a:ext cx="15872520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Papel estratégico de las 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755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51754" y="-320617"/>
            <a:ext cx="6140237" cy="3052280"/>
            <a:chOff x="0" y="-95250"/>
            <a:chExt cx="8186982" cy="4069708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22" name="Google Shape;122;p2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5" name="Google Shape;125;p2">
              <a:hlinkClick r:id="rId5"/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9606E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0" y="4661852"/>
            <a:ext cx="18288000" cy="387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Capacidad para implementar sistemas de información en la empresa (ERP, SCM, CRM).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Habilidad para incorporar TIC de acuerdo con necesidades de cambio organizativo.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sp>
        <p:nvSpPr>
          <p:cNvPr descr="preencoded.png" id="162" name="Google Shape;162;p4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4"/>
          <p:cNvGrpSpPr/>
          <p:nvPr/>
        </p:nvGrpSpPr>
        <p:grpSpPr>
          <a:xfrm>
            <a:off x="1047155" y="4211289"/>
            <a:ext cx="9335691" cy="932211"/>
            <a:chOff x="0" y="-28575"/>
            <a:chExt cx="12447588" cy="1242949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2447588" cy="1214374"/>
            </a:xfrm>
            <a:custGeom>
              <a:rect b="b" l="l" r="r" t="t"/>
              <a:pathLst>
                <a:path extrusionOk="0" h="1214374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1214374"/>
                  </a:lnTo>
                  <a:lnTo>
                    <a:pt x="0" y="12143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-28575"/>
              <a:ext cx="12447588" cy="1242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Papel estratégico de las 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1047155" y="6577608"/>
            <a:ext cx="9335691" cy="1028997"/>
            <a:chOff x="0" y="-95250"/>
            <a:chExt cx="12447588" cy="1371997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12447588" cy="1276747"/>
            </a:xfrm>
            <a:custGeom>
              <a:rect b="b" l="l" r="r" t="t"/>
              <a:pathLst>
                <a:path extrusionOk="0" h="1276747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95250"/>
              <a:ext cx="12447588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Exploremos la evolución, impacto y desafíos de las TIC en los negocios globales.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178" name="Google Shape;178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grpSp>
        <p:nvGrpSpPr>
          <p:cNvPr id="179" name="Google Shape;179;p5"/>
          <p:cNvGrpSpPr/>
          <p:nvPr/>
        </p:nvGrpSpPr>
        <p:grpSpPr>
          <a:xfrm>
            <a:off x="1047155" y="3325118"/>
            <a:ext cx="7040613" cy="901452"/>
            <a:chOff x="0" y="-28575"/>
            <a:chExt cx="9387484" cy="1201937"/>
          </a:xfrm>
        </p:grpSpPr>
        <p:sp>
          <p:nvSpPr>
            <p:cNvPr id="180" name="Google Shape;180;p5"/>
            <p:cNvSpPr/>
            <p:nvPr/>
          </p:nvSpPr>
          <p:spPr>
            <a:xfrm>
              <a:off x="0" y="0"/>
              <a:ext cx="9387484" cy="1173362"/>
            </a:xfrm>
            <a:custGeom>
              <a:rect b="b" l="l" r="r" t="t"/>
              <a:pathLst>
                <a:path extrusionOk="0" h="1173362" w="9387484">
                  <a:moveTo>
                    <a:pt x="0" y="0"/>
                  </a:moveTo>
                  <a:lnTo>
                    <a:pt x="9387484" y="0"/>
                  </a:lnTo>
                  <a:lnTo>
                    <a:pt x="9387484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1" name="Google Shape;181;p5"/>
            <p:cNvSpPr txBox="1"/>
            <p:nvPr/>
          </p:nvSpPr>
          <p:spPr>
            <a:xfrm>
              <a:off x="0" y="-28575"/>
              <a:ext cx="9387483" cy="1201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Historia de las 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5"/>
          <p:cNvGrpSpPr/>
          <p:nvPr/>
        </p:nvGrpSpPr>
        <p:grpSpPr>
          <a:xfrm>
            <a:off x="1047155" y="4960144"/>
            <a:ext cx="3520231" cy="454223"/>
            <a:chOff x="0" y="-19050"/>
            <a:chExt cx="4693642" cy="605632"/>
          </a:xfrm>
        </p:grpSpPr>
        <p:sp>
          <p:nvSpPr>
            <p:cNvPr id="183" name="Google Shape;183;p5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4" name="Google Shape;184;p5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Orígenes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5"/>
          <p:cNvGrpSpPr/>
          <p:nvPr/>
        </p:nvGrpSpPr>
        <p:grpSpPr>
          <a:xfrm>
            <a:off x="1047155" y="5642074"/>
            <a:ext cx="4910732" cy="1028997"/>
            <a:chOff x="0" y="-95250"/>
            <a:chExt cx="6547643" cy="1371997"/>
          </a:xfrm>
        </p:grpSpPr>
        <p:sp>
          <p:nvSpPr>
            <p:cNvPr id="186" name="Google Shape;186;p5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7" name="Google Shape;187;p5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Desde los primeros ordenadores al uso del teléfono y televisión.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5"/>
          <p:cNvGrpSpPr/>
          <p:nvPr/>
        </p:nvGrpSpPr>
        <p:grpSpPr>
          <a:xfrm>
            <a:off x="6697266" y="4960144"/>
            <a:ext cx="3520231" cy="454223"/>
            <a:chOff x="0" y="-19050"/>
            <a:chExt cx="4693642" cy="605632"/>
          </a:xfrm>
        </p:grpSpPr>
        <p:sp>
          <p:nvSpPr>
            <p:cNvPr id="189" name="Google Shape;189;p5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0" name="Google Shape;190;p5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Revolución digital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5"/>
          <p:cNvGrpSpPr/>
          <p:nvPr/>
        </p:nvGrpSpPr>
        <p:grpSpPr>
          <a:xfrm>
            <a:off x="6697266" y="5642074"/>
            <a:ext cx="4910732" cy="1028997"/>
            <a:chOff x="0" y="-95250"/>
            <a:chExt cx="6547643" cy="1371997"/>
          </a:xfrm>
        </p:grpSpPr>
        <p:sp>
          <p:nvSpPr>
            <p:cNvPr id="192" name="Google Shape;192;p5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3" name="Google Shape;193;p5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Internet en los 90 transformó la comunicación y los negocios.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5"/>
          <p:cNvGrpSpPr/>
          <p:nvPr/>
        </p:nvGrpSpPr>
        <p:grpSpPr>
          <a:xfrm>
            <a:off x="12347376" y="4960144"/>
            <a:ext cx="3520231" cy="454223"/>
            <a:chOff x="0" y="-19050"/>
            <a:chExt cx="4693642" cy="605632"/>
          </a:xfrm>
        </p:grpSpPr>
        <p:sp>
          <p:nvSpPr>
            <p:cNvPr id="195" name="Google Shape;195;p5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6" name="Google Shape;196;p5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Tecnología actual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5"/>
          <p:cNvGrpSpPr/>
          <p:nvPr/>
        </p:nvGrpSpPr>
        <p:grpSpPr>
          <a:xfrm>
            <a:off x="12347376" y="5642074"/>
            <a:ext cx="4910732" cy="1028997"/>
            <a:chOff x="0" y="-95250"/>
            <a:chExt cx="6547643" cy="1371997"/>
          </a:xfrm>
        </p:grpSpPr>
        <p:sp>
          <p:nvSpPr>
            <p:cNvPr id="198" name="Google Shape;198;p5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9" name="Google Shape;199;p5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IA y Big Data aceleran la innovación en el siglo XXI.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209" name="Google Shape;20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sp>
        <p:nvSpPr>
          <p:cNvPr descr="preencoded.png" id="210" name="Google Shape;210;p6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1" name="Google Shape;211;p6"/>
          <p:cNvGrpSpPr/>
          <p:nvPr/>
        </p:nvGrpSpPr>
        <p:grpSpPr>
          <a:xfrm>
            <a:off x="7905155" y="2019300"/>
            <a:ext cx="7040613" cy="901452"/>
            <a:chOff x="0" y="-28575"/>
            <a:chExt cx="9387484" cy="1201937"/>
          </a:xfrm>
        </p:grpSpPr>
        <p:sp>
          <p:nvSpPr>
            <p:cNvPr id="212" name="Google Shape;212;p6"/>
            <p:cNvSpPr/>
            <p:nvPr/>
          </p:nvSpPr>
          <p:spPr>
            <a:xfrm>
              <a:off x="0" y="0"/>
              <a:ext cx="9387484" cy="1173362"/>
            </a:xfrm>
            <a:custGeom>
              <a:rect b="b" l="l" r="r" t="t"/>
              <a:pathLst>
                <a:path extrusionOk="0" h="1173362" w="9387484">
                  <a:moveTo>
                    <a:pt x="0" y="0"/>
                  </a:moveTo>
                  <a:lnTo>
                    <a:pt x="9387484" y="0"/>
                  </a:lnTo>
                  <a:lnTo>
                    <a:pt x="9387484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3" name="Google Shape;213;p6"/>
            <p:cNvSpPr txBox="1"/>
            <p:nvPr/>
          </p:nvSpPr>
          <p:spPr>
            <a:xfrm>
              <a:off x="0" y="-28575"/>
              <a:ext cx="9387483" cy="1201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¿Qué son las TIC?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6"/>
          <p:cNvSpPr/>
          <p:nvPr/>
        </p:nvSpPr>
        <p:spPr>
          <a:xfrm>
            <a:off x="7905155" y="3369469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15" name="Google Shape;215;p6"/>
          <p:cNvSpPr/>
          <p:nvPr/>
        </p:nvSpPr>
        <p:spPr>
          <a:xfrm>
            <a:off x="8030467" y="3441947"/>
            <a:ext cx="422374" cy="528043"/>
          </a:xfrm>
          <a:custGeom>
            <a:rect b="b" l="l" r="r" t="t"/>
            <a:pathLst>
              <a:path extrusionOk="0" h="528043" w="422374">
                <a:moveTo>
                  <a:pt x="0" y="0"/>
                </a:moveTo>
                <a:lnTo>
                  <a:pt x="422374" y="0"/>
                </a:lnTo>
                <a:lnTo>
                  <a:pt x="422374" y="528043"/>
                </a:lnTo>
                <a:lnTo>
                  <a:pt x="0" y="528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" r="-5" t="0"/>
            </a:stretch>
          </a:blipFill>
          <a:ln>
            <a:noFill/>
          </a:ln>
        </p:spPr>
      </p:sp>
      <p:grpSp>
        <p:nvGrpSpPr>
          <p:cNvPr id="216" name="Google Shape;216;p6"/>
          <p:cNvGrpSpPr/>
          <p:nvPr/>
        </p:nvGrpSpPr>
        <p:grpSpPr>
          <a:xfrm>
            <a:off x="8877449" y="3458022"/>
            <a:ext cx="3508622" cy="454223"/>
            <a:chOff x="0" y="-19050"/>
            <a:chExt cx="4678163" cy="605632"/>
          </a:xfrm>
        </p:grpSpPr>
        <p:sp>
          <p:nvSpPr>
            <p:cNvPr id="217" name="Google Shape;217;p6"/>
            <p:cNvSpPr/>
            <p:nvPr/>
          </p:nvSpPr>
          <p:spPr>
            <a:xfrm>
              <a:off x="0" y="0"/>
              <a:ext cx="4678163" cy="586582"/>
            </a:xfrm>
            <a:custGeom>
              <a:rect b="b" l="l" r="r" t="t"/>
              <a:pathLst>
                <a:path extrusionOk="0" h="586582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8" name="Google Shape;218;p6"/>
            <p:cNvSpPr txBox="1"/>
            <p:nvPr/>
          </p:nvSpPr>
          <p:spPr>
            <a:xfrm>
              <a:off x="0" y="-19050"/>
              <a:ext cx="4678163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Definición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6"/>
          <p:cNvGrpSpPr/>
          <p:nvPr/>
        </p:nvGrpSpPr>
        <p:grpSpPr>
          <a:xfrm>
            <a:off x="8877449" y="4020294"/>
            <a:ext cx="3508622" cy="1507778"/>
            <a:chOff x="0" y="-95250"/>
            <a:chExt cx="4678163" cy="2010370"/>
          </a:xfrm>
        </p:grpSpPr>
        <p:sp>
          <p:nvSpPr>
            <p:cNvPr id="220" name="Google Shape;220;p6"/>
            <p:cNvSpPr/>
            <p:nvPr/>
          </p:nvSpPr>
          <p:spPr>
            <a:xfrm>
              <a:off x="0" y="0"/>
              <a:ext cx="4678163" cy="1915120"/>
            </a:xfrm>
            <a:custGeom>
              <a:rect b="b" l="l" r="r" t="t"/>
              <a:pathLst>
                <a:path extrusionOk="0" h="1915120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1" name="Google Shape;221;p6"/>
            <p:cNvSpPr txBox="1"/>
            <p:nvPr/>
          </p:nvSpPr>
          <p:spPr>
            <a:xfrm>
              <a:off x="0" y="-95250"/>
              <a:ext cx="4678163" cy="2010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Herramientas para gestión y transmisión de información.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6"/>
          <p:cNvSpPr/>
          <p:nvPr/>
        </p:nvSpPr>
        <p:spPr>
          <a:xfrm>
            <a:off x="12760077" y="3369469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23" name="Google Shape;223;p6"/>
          <p:cNvSpPr/>
          <p:nvPr/>
        </p:nvSpPr>
        <p:spPr>
          <a:xfrm>
            <a:off x="12885390" y="3441947"/>
            <a:ext cx="422374" cy="528043"/>
          </a:xfrm>
          <a:custGeom>
            <a:rect b="b" l="l" r="r" t="t"/>
            <a:pathLst>
              <a:path extrusionOk="0" h="528043" w="422374">
                <a:moveTo>
                  <a:pt x="0" y="0"/>
                </a:moveTo>
                <a:lnTo>
                  <a:pt x="422374" y="0"/>
                </a:lnTo>
                <a:lnTo>
                  <a:pt x="422374" y="528043"/>
                </a:lnTo>
                <a:lnTo>
                  <a:pt x="0" y="528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" r="-5" t="0"/>
            </a:stretch>
          </a:blipFill>
          <a:ln>
            <a:noFill/>
          </a:ln>
        </p:spPr>
      </p:sp>
      <p:grpSp>
        <p:nvGrpSpPr>
          <p:cNvPr id="224" name="Google Shape;224;p6"/>
          <p:cNvGrpSpPr/>
          <p:nvPr/>
        </p:nvGrpSpPr>
        <p:grpSpPr>
          <a:xfrm>
            <a:off x="13732371" y="3458022"/>
            <a:ext cx="3508622" cy="894159"/>
            <a:chOff x="0" y="-19050"/>
            <a:chExt cx="4678163" cy="1192213"/>
          </a:xfrm>
        </p:grpSpPr>
        <p:sp>
          <p:nvSpPr>
            <p:cNvPr id="225" name="Google Shape;225;p6"/>
            <p:cNvSpPr/>
            <p:nvPr/>
          </p:nvSpPr>
          <p:spPr>
            <a:xfrm>
              <a:off x="0" y="0"/>
              <a:ext cx="4678163" cy="1173163"/>
            </a:xfrm>
            <a:custGeom>
              <a:rect b="b" l="l" r="r" t="t"/>
              <a:pathLst>
                <a:path extrusionOk="0" h="1173163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1173163"/>
                  </a:lnTo>
                  <a:lnTo>
                    <a:pt x="0" y="1173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6" name="Google Shape;226;p6"/>
            <p:cNvSpPr txBox="1"/>
            <p:nvPr/>
          </p:nvSpPr>
          <p:spPr>
            <a:xfrm>
              <a:off x="0" y="-19050"/>
              <a:ext cx="4678163" cy="119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Combinación tecnológica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13732371" y="4460231"/>
            <a:ext cx="3508622" cy="1507778"/>
            <a:chOff x="0" y="-95250"/>
            <a:chExt cx="4678163" cy="2010370"/>
          </a:xfrm>
        </p:grpSpPr>
        <p:sp>
          <p:nvSpPr>
            <p:cNvPr id="228" name="Google Shape;228;p6"/>
            <p:cNvSpPr/>
            <p:nvPr/>
          </p:nvSpPr>
          <p:spPr>
            <a:xfrm>
              <a:off x="0" y="0"/>
              <a:ext cx="4678163" cy="1915120"/>
            </a:xfrm>
            <a:custGeom>
              <a:rect b="b" l="l" r="r" t="t"/>
              <a:pathLst>
                <a:path extrusionOk="0" h="1915120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9" name="Google Shape;229;p6"/>
            <p:cNvSpPr txBox="1"/>
            <p:nvPr/>
          </p:nvSpPr>
          <p:spPr>
            <a:xfrm>
              <a:off x="0" y="-95250"/>
              <a:ext cx="4678163" cy="2010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Incorporan informática, telecomunicaciones y audiovisuales.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6"/>
          <p:cNvSpPr/>
          <p:nvPr/>
        </p:nvSpPr>
        <p:spPr>
          <a:xfrm>
            <a:off x="7905155" y="6566446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31" name="Google Shape;231;p6"/>
          <p:cNvSpPr/>
          <p:nvPr/>
        </p:nvSpPr>
        <p:spPr>
          <a:xfrm>
            <a:off x="8030467" y="6638925"/>
            <a:ext cx="422374" cy="528043"/>
          </a:xfrm>
          <a:custGeom>
            <a:rect b="b" l="l" r="r" t="t"/>
            <a:pathLst>
              <a:path extrusionOk="0" h="528043" w="422374">
                <a:moveTo>
                  <a:pt x="0" y="0"/>
                </a:moveTo>
                <a:lnTo>
                  <a:pt x="422374" y="0"/>
                </a:lnTo>
                <a:lnTo>
                  <a:pt x="422374" y="528042"/>
                </a:lnTo>
                <a:lnTo>
                  <a:pt x="0" y="528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" r="-5" t="0"/>
            </a:stretch>
          </a:blipFill>
          <a:ln>
            <a:noFill/>
          </a:ln>
        </p:spPr>
      </p:sp>
      <p:grpSp>
        <p:nvGrpSpPr>
          <p:cNvPr id="232" name="Google Shape;232;p6"/>
          <p:cNvGrpSpPr/>
          <p:nvPr/>
        </p:nvGrpSpPr>
        <p:grpSpPr>
          <a:xfrm>
            <a:off x="8877449" y="6654999"/>
            <a:ext cx="3520231" cy="454223"/>
            <a:chOff x="0" y="-19050"/>
            <a:chExt cx="4693642" cy="605632"/>
          </a:xfrm>
        </p:grpSpPr>
        <p:sp>
          <p:nvSpPr>
            <p:cNvPr id="233" name="Google Shape;233;p6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4" name="Google Shape;234;p6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Función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6"/>
          <p:cNvGrpSpPr/>
          <p:nvPr/>
        </p:nvGrpSpPr>
        <p:grpSpPr>
          <a:xfrm>
            <a:off x="8877449" y="7217272"/>
            <a:ext cx="8363396" cy="1028997"/>
            <a:chOff x="0" y="-95250"/>
            <a:chExt cx="11151195" cy="1371997"/>
          </a:xfrm>
        </p:grpSpPr>
        <p:sp>
          <p:nvSpPr>
            <p:cNvPr id="236" name="Google Shape;236;p6"/>
            <p:cNvSpPr/>
            <p:nvPr/>
          </p:nvSpPr>
          <p:spPr>
            <a:xfrm>
              <a:off x="0" y="0"/>
              <a:ext cx="11151195" cy="1276747"/>
            </a:xfrm>
            <a:custGeom>
              <a:rect b="b" l="l" r="r" t="t"/>
              <a:pathLst>
                <a:path extrusionOk="0" h="1276747" w="11151195">
                  <a:moveTo>
                    <a:pt x="0" y="0"/>
                  </a:moveTo>
                  <a:lnTo>
                    <a:pt x="11151195" y="0"/>
                  </a:lnTo>
                  <a:lnTo>
                    <a:pt x="11151195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7" name="Google Shape;237;p6"/>
            <p:cNvSpPr txBox="1"/>
            <p:nvPr/>
          </p:nvSpPr>
          <p:spPr>
            <a:xfrm>
              <a:off x="0" y="-95250"/>
              <a:ext cx="11151195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Facilitan comunicación e intercambio de datos en tiempo real.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247" name="Google Shape;247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sp>
        <p:nvSpPr>
          <p:cNvPr descr="preencoded.png" id="248" name="Google Shape;248;p7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9" name="Google Shape;249;p7"/>
          <p:cNvGrpSpPr/>
          <p:nvPr/>
        </p:nvGrpSpPr>
        <p:grpSpPr>
          <a:xfrm>
            <a:off x="1010691" y="766019"/>
            <a:ext cx="6795195" cy="877937"/>
            <a:chOff x="0" y="-38100"/>
            <a:chExt cx="9060260" cy="1170583"/>
          </a:xfrm>
        </p:grpSpPr>
        <p:sp>
          <p:nvSpPr>
            <p:cNvPr id="250" name="Google Shape;250;p7"/>
            <p:cNvSpPr/>
            <p:nvPr/>
          </p:nvSpPr>
          <p:spPr>
            <a:xfrm>
              <a:off x="0" y="0"/>
              <a:ext cx="9060260" cy="1132483"/>
            </a:xfrm>
            <a:custGeom>
              <a:rect b="b" l="l" r="r" t="t"/>
              <a:pathLst>
                <a:path extrusionOk="0" h="1132483" w="9060260">
                  <a:moveTo>
                    <a:pt x="0" y="0"/>
                  </a:moveTo>
                  <a:lnTo>
                    <a:pt x="9060260" y="0"/>
                  </a:lnTo>
                  <a:lnTo>
                    <a:pt x="9060260" y="1132483"/>
                  </a:lnTo>
                  <a:lnTo>
                    <a:pt x="0" y="1132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1" name="Google Shape;251;p7"/>
            <p:cNvSpPr txBox="1"/>
            <p:nvPr/>
          </p:nvSpPr>
          <p:spPr>
            <a:xfrm>
              <a:off x="0" y="-38100"/>
              <a:ext cx="9060260" cy="117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88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12"/>
                <a:buFont typeface="Arial"/>
                <a:buNone/>
              </a:pPr>
              <a:r>
                <a:rPr b="0" i="0" lang="en-US" sz="5312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Tipos de 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7"/>
          <p:cNvSpPr/>
          <p:nvPr/>
        </p:nvSpPr>
        <p:spPr>
          <a:xfrm>
            <a:off x="1010691" y="2077045"/>
            <a:ext cx="9408604" cy="1637252"/>
          </a:xfrm>
          <a:custGeom>
            <a:rect b="b" l="l" r="r" t="t"/>
            <a:pathLst>
              <a:path extrusionOk="0" h="2183003" w="12544806">
                <a:moveTo>
                  <a:pt x="0" y="57785"/>
                </a:moveTo>
                <a:cubicBezTo>
                  <a:pt x="0" y="25908"/>
                  <a:pt x="25908" y="0"/>
                  <a:pt x="57785" y="0"/>
                </a:cubicBezTo>
                <a:lnTo>
                  <a:pt x="12487021" y="0"/>
                </a:lnTo>
                <a:cubicBezTo>
                  <a:pt x="12518898" y="0"/>
                  <a:pt x="12544806" y="25908"/>
                  <a:pt x="12544806" y="57785"/>
                </a:cubicBezTo>
                <a:lnTo>
                  <a:pt x="12544806" y="2125218"/>
                </a:lnTo>
                <a:cubicBezTo>
                  <a:pt x="12544806" y="2157095"/>
                  <a:pt x="12518898" y="2183003"/>
                  <a:pt x="12487021" y="2183003"/>
                </a:cubicBezTo>
                <a:lnTo>
                  <a:pt x="57785" y="2183003"/>
                </a:lnTo>
                <a:cubicBezTo>
                  <a:pt x="25908" y="2183003"/>
                  <a:pt x="0" y="2157095"/>
                  <a:pt x="0" y="2125218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p7"/>
          <p:cNvGrpSpPr/>
          <p:nvPr/>
        </p:nvGrpSpPr>
        <p:grpSpPr>
          <a:xfrm>
            <a:off x="1299419" y="2344341"/>
            <a:ext cx="3397598" cy="446037"/>
            <a:chOff x="0" y="-28575"/>
            <a:chExt cx="4530130" cy="594717"/>
          </a:xfrm>
        </p:grpSpPr>
        <p:sp>
          <p:nvSpPr>
            <p:cNvPr id="254" name="Google Shape;254;p7"/>
            <p:cNvSpPr/>
            <p:nvPr/>
          </p:nvSpPr>
          <p:spPr>
            <a:xfrm>
              <a:off x="0" y="0"/>
              <a:ext cx="4530130" cy="566142"/>
            </a:xfrm>
            <a:custGeom>
              <a:rect b="b" l="l" r="r" t="t"/>
              <a:pathLst>
                <a:path extrusionOk="0" h="566142" w="4530130">
                  <a:moveTo>
                    <a:pt x="0" y="0"/>
                  </a:moveTo>
                  <a:lnTo>
                    <a:pt x="4530130" y="0"/>
                  </a:lnTo>
                  <a:lnTo>
                    <a:pt x="4530130" y="566142"/>
                  </a:lnTo>
                  <a:lnTo>
                    <a:pt x="0" y="566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5" name="Google Shape;255;p7"/>
            <p:cNvSpPr txBox="1"/>
            <p:nvPr/>
          </p:nvSpPr>
          <p:spPr>
            <a:xfrm>
              <a:off x="0" y="-28575"/>
              <a:ext cx="4530130" cy="5947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rPr b="0" i="0" lang="en-US" sz="2625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Producción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" name="Google Shape;256;p7"/>
          <p:cNvGrpSpPr/>
          <p:nvPr/>
        </p:nvGrpSpPr>
        <p:grpSpPr>
          <a:xfrm>
            <a:off x="1299419" y="2892178"/>
            <a:ext cx="8831164" cy="533399"/>
            <a:chOff x="0" y="-95250"/>
            <a:chExt cx="11774885" cy="711200"/>
          </a:xfrm>
        </p:grpSpPr>
        <p:sp>
          <p:nvSpPr>
            <p:cNvPr id="257" name="Google Shape;257;p7"/>
            <p:cNvSpPr/>
            <p:nvPr/>
          </p:nvSpPr>
          <p:spPr>
            <a:xfrm>
              <a:off x="0" y="0"/>
              <a:ext cx="11774885" cy="615950"/>
            </a:xfrm>
            <a:custGeom>
              <a:rect b="b" l="l" r="r" t="t"/>
              <a:pathLst>
                <a:path extrusionOk="0" h="615950" w="11774885">
                  <a:moveTo>
                    <a:pt x="0" y="0"/>
                  </a:moveTo>
                  <a:lnTo>
                    <a:pt x="11774885" y="0"/>
                  </a:lnTo>
                  <a:lnTo>
                    <a:pt x="11774885" y="615950"/>
                  </a:lnTo>
                  <a:lnTo>
                    <a:pt x="0" y="6159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8" name="Google Shape;258;p7"/>
            <p:cNvSpPr txBox="1"/>
            <p:nvPr/>
          </p:nvSpPr>
          <p:spPr>
            <a:xfrm>
              <a:off x="0" y="-95250"/>
              <a:ext cx="11774885" cy="7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0" i="0" lang="en-US" sz="2249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Robots, IoT y sistemas de control.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7"/>
          <p:cNvSpPr/>
          <p:nvPr/>
        </p:nvSpPr>
        <p:spPr>
          <a:xfrm>
            <a:off x="1010691" y="4003030"/>
            <a:ext cx="9408604" cy="1637252"/>
          </a:xfrm>
          <a:custGeom>
            <a:rect b="b" l="l" r="r" t="t"/>
            <a:pathLst>
              <a:path extrusionOk="0" h="2183003" w="12544806">
                <a:moveTo>
                  <a:pt x="0" y="57785"/>
                </a:moveTo>
                <a:cubicBezTo>
                  <a:pt x="0" y="25908"/>
                  <a:pt x="25908" y="0"/>
                  <a:pt x="57785" y="0"/>
                </a:cubicBezTo>
                <a:lnTo>
                  <a:pt x="12487021" y="0"/>
                </a:lnTo>
                <a:cubicBezTo>
                  <a:pt x="12518898" y="0"/>
                  <a:pt x="12544806" y="25908"/>
                  <a:pt x="12544806" y="57785"/>
                </a:cubicBezTo>
                <a:lnTo>
                  <a:pt x="12544806" y="2125218"/>
                </a:lnTo>
                <a:cubicBezTo>
                  <a:pt x="12544806" y="2157095"/>
                  <a:pt x="12518898" y="2183003"/>
                  <a:pt x="12487021" y="2183003"/>
                </a:cubicBezTo>
                <a:lnTo>
                  <a:pt x="57785" y="2183003"/>
                </a:lnTo>
                <a:cubicBezTo>
                  <a:pt x="25908" y="2183003"/>
                  <a:pt x="0" y="2157095"/>
                  <a:pt x="0" y="2125218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7"/>
          <p:cNvGrpSpPr/>
          <p:nvPr/>
        </p:nvGrpSpPr>
        <p:grpSpPr>
          <a:xfrm>
            <a:off x="1299419" y="4270325"/>
            <a:ext cx="3397598" cy="446037"/>
            <a:chOff x="0" y="-28575"/>
            <a:chExt cx="4530130" cy="594717"/>
          </a:xfrm>
        </p:grpSpPr>
        <p:sp>
          <p:nvSpPr>
            <p:cNvPr id="261" name="Google Shape;261;p7"/>
            <p:cNvSpPr/>
            <p:nvPr/>
          </p:nvSpPr>
          <p:spPr>
            <a:xfrm>
              <a:off x="0" y="0"/>
              <a:ext cx="4530130" cy="566142"/>
            </a:xfrm>
            <a:custGeom>
              <a:rect b="b" l="l" r="r" t="t"/>
              <a:pathLst>
                <a:path extrusionOk="0" h="566142" w="4530130">
                  <a:moveTo>
                    <a:pt x="0" y="0"/>
                  </a:moveTo>
                  <a:lnTo>
                    <a:pt x="4530130" y="0"/>
                  </a:lnTo>
                  <a:lnTo>
                    <a:pt x="4530130" y="566142"/>
                  </a:lnTo>
                  <a:lnTo>
                    <a:pt x="0" y="566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2" name="Google Shape;262;p7"/>
            <p:cNvSpPr txBox="1"/>
            <p:nvPr/>
          </p:nvSpPr>
          <p:spPr>
            <a:xfrm>
              <a:off x="0" y="-28575"/>
              <a:ext cx="4530130" cy="5947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rPr b="0" i="0" lang="en-US" sz="2625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Gestión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7"/>
          <p:cNvGrpSpPr/>
          <p:nvPr/>
        </p:nvGrpSpPr>
        <p:grpSpPr>
          <a:xfrm>
            <a:off x="1299419" y="4818162"/>
            <a:ext cx="8831164" cy="533399"/>
            <a:chOff x="0" y="-95250"/>
            <a:chExt cx="11774885" cy="711200"/>
          </a:xfrm>
        </p:grpSpPr>
        <p:sp>
          <p:nvSpPr>
            <p:cNvPr id="264" name="Google Shape;264;p7"/>
            <p:cNvSpPr/>
            <p:nvPr/>
          </p:nvSpPr>
          <p:spPr>
            <a:xfrm>
              <a:off x="0" y="0"/>
              <a:ext cx="11774885" cy="615950"/>
            </a:xfrm>
            <a:custGeom>
              <a:rect b="b" l="l" r="r" t="t"/>
              <a:pathLst>
                <a:path extrusionOk="0" h="615950" w="11774885">
                  <a:moveTo>
                    <a:pt x="0" y="0"/>
                  </a:moveTo>
                  <a:lnTo>
                    <a:pt x="11774885" y="0"/>
                  </a:lnTo>
                  <a:lnTo>
                    <a:pt x="11774885" y="615950"/>
                  </a:lnTo>
                  <a:lnTo>
                    <a:pt x="0" y="6159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5" name="Google Shape;265;p7"/>
            <p:cNvSpPr txBox="1"/>
            <p:nvPr/>
          </p:nvSpPr>
          <p:spPr>
            <a:xfrm>
              <a:off x="0" y="-95250"/>
              <a:ext cx="11774885" cy="7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0" i="0" lang="en-US" sz="2249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Aplicaciones como CRM y ERP para administrar empresas.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7"/>
          <p:cNvSpPr/>
          <p:nvPr/>
        </p:nvSpPr>
        <p:spPr>
          <a:xfrm>
            <a:off x="1010691" y="5929015"/>
            <a:ext cx="9408604" cy="1637252"/>
          </a:xfrm>
          <a:custGeom>
            <a:rect b="b" l="l" r="r" t="t"/>
            <a:pathLst>
              <a:path extrusionOk="0" h="2183003" w="12544806">
                <a:moveTo>
                  <a:pt x="0" y="57785"/>
                </a:moveTo>
                <a:cubicBezTo>
                  <a:pt x="0" y="25908"/>
                  <a:pt x="25908" y="0"/>
                  <a:pt x="57785" y="0"/>
                </a:cubicBezTo>
                <a:lnTo>
                  <a:pt x="12487021" y="0"/>
                </a:lnTo>
                <a:cubicBezTo>
                  <a:pt x="12518898" y="0"/>
                  <a:pt x="12544806" y="25908"/>
                  <a:pt x="12544806" y="57785"/>
                </a:cubicBezTo>
                <a:lnTo>
                  <a:pt x="12544806" y="2125218"/>
                </a:lnTo>
                <a:cubicBezTo>
                  <a:pt x="12544806" y="2157095"/>
                  <a:pt x="12518898" y="2183003"/>
                  <a:pt x="12487021" y="2183003"/>
                </a:cubicBezTo>
                <a:lnTo>
                  <a:pt x="57785" y="2183003"/>
                </a:lnTo>
                <a:cubicBezTo>
                  <a:pt x="25908" y="2183003"/>
                  <a:pt x="0" y="2157095"/>
                  <a:pt x="0" y="2125218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7"/>
          <p:cNvGrpSpPr/>
          <p:nvPr/>
        </p:nvGrpSpPr>
        <p:grpSpPr>
          <a:xfrm>
            <a:off x="1299419" y="6196310"/>
            <a:ext cx="3397598" cy="446037"/>
            <a:chOff x="0" y="-28575"/>
            <a:chExt cx="4530130" cy="594717"/>
          </a:xfrm>
        </p:grpSpPr>
        <p:sp>
          <p:nvSpPr>
            <p:cNvPr id="268" name="Google Shape;268;p7"/>
            <p:cNvSpPr/>
            <p:nvPr/>
          </p:nvSpPr>
          <p:spPr>
            <a:xfrm>
              <a:off x="0" y="0"/>
              <a:ext cx="4530130" cy="566142"/>
            </a:xfrm>
            <a:custGeom>
              <a:rect b="b" l="l" r="r" t="t"/>
              <a:pathLst>
                <a:path extrusionOk="0" h="566142" w="4530130">
                  <a:moveTo>
                    <a:pt x="0" y="0"/>
                  </a:moveTo>
                  <a:lnTo>
                    <a:pt x="4530130" y="0"/>
                  </a:lnTo>
                  <a:lnTo>
                    <a:pt x="4530130" y="566142"/>
                  </a:lnTo>
                  <a:lnTo>
                    <a:pt x="0" y="566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9" name="Google Shape;269;p7"/>
            <p:cNvSpPr txBox="1"/>
            <p:nvPr/>
          </p:nvSpPr>
          <p:spPr>
            <a:xfrm>
              <a:off x="0" y="-28575"/>
              <a:ext cx="4530130" cy="5947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rPr b="0" i="0" lang="en-US" sz="2625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Productos/Servicios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7"/>
          <p:cNvGrpSpPr/>
          <p:nvPr/>
        </p:nvGrpSpPr>
        <p:grpSpPr>
          <a:xfrm>
            <a:off x="1299419" y="6744147"/>
            <a:ext cx="8831164" cy="533399"/>
            <a:chOff x="0" y="-95250"/>
            <a:chExt cx="11774885" cy="711200"/>
          </a:xfrm>
        </p:grpSpPr>
        <p:sp>
          <p:nvSpPr>
            <p:cNvPr id="271" name="Google Shape;271;p7"/>
            <p:cNvSpPr/>
            <p:nvPr/>
          </p:nvSpPr>
          <p:spPr>
            <a:xfrm>
              <a:off x="0" y="0"/>
              <a:ext cx="11774885" cy="615950"/>
            </a:xfrm>
            <a:custGeom>
              <a:rect b="b" l="l" r="r" t="t"/>
              <a:pathLst>
                <a:path extrusionOk="0" h="615950" w="11774885">
                  <a:moveTo>
                    <a:pt x="0" y="0"/>
                  </a:moveTo>
                  <a:lnTo>
                    <a:pt x="11774885" y="0"/>
                  </a:lnTo>
                  <a:lnTo>
                    <a:pt x="11774885" y="615950"/>
                  </a:lnTo>
                  <a:lnTo>
                    <a:pt x="0" y="6159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2" name="Google Shape;272;p7"/>
            <p:cNvSpPr txBox="1"/>
            <p:nvPr/>
          </p:nvSpPr>
          <p:spPr>
            <a:xfrm>
              <a:off x="0" y="-95250"/>
              <a:ext cx="11774885" cy="7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0" i="0" lang="en-US" sz="2249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GPS, smartwatches y fintech innovadoras.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p7"/>
          <p:cNvSpPr/>
          <p:nvPr/>
        </p:nvSpPr>
        <p:spPr>
          <a:xfrm>
            <a:off x="1010691" y="7855000"/>
            <a:ext cx="9408604" cy="1637252"/>
          </a:xfrm>
          <a:custGeom>
            <a:rect b="b" l="l" r="r" t="t"/>
            <a:pathLst>
              <a:path extrusionOk="0" h="2183003" w="12544806">
                <a:moveTo>
                  <a:pt x="0" y="57785"/>
                </a:moveTo>
                <a:cubicBezTo>
                  <a:pt x="0" y="25908"/>
                  <a:pt x="25908" y="0"/>
                  <a:pt x="57785" y="0"/>
                </a:cubicBezTo>
                <a:lnTo>
                  <a:pt x="12487021" y="0"/>
                </a:lnTo>
                <a:cubicBezTo>
                  <a:pt x="12518898" y="0"/>
                  <a:pt x="12544806" y="25908"/>
                  <a:pt x="12544806" y="57785"/>
                </a:cubicBezTo>
                <a:lnTo>
                  <a:pt x="12544806" y="2125218"/>
                </a:lnTo>
                <a:cubicBezTo>
                  <a:pt x="12544806" y="2157095"/>
                  <a:pt x="12518898" y="2183003"/>
                  <a:pt x="12487021" y="2183003"/>
                </a:cubicBezTo>
                <a:lnTo>
                  <a:pt x="57785" y="2183003"/>
                </a:lnTo>
                <a:cubicBezTo>
                  <a:pt x="25908" y="2183003"/>
                  <a:pt x="0" y="2157095"/>
                  <a:pt x="0" y="2125218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" name="Google Shape;274;p7"/>
          <p:cNvGrpSpPr/>
          <p:nvPr/>
        </p:nvGrpSpPr>
        <p:grpSpPr>
          <a:xfrm>
            <a:off x="1299419" y="8122295"/>
            <a:ext cx="3397598" cy="446037"/>
            <a:chOff x="0" y="-28575"/>
            <a:chExt cx="4530130" cy="594717"/>
          </a:xfrm>
        </p:grpSpPr>
        <p:sp>
          <p:nvSpPr>
            <p:cNvPr id="275" name="Google Shape;275;p7"/>
            <p:cNvSpPr/>
            <p:nvPr/>
          </p:nvSpPr>
          <p:spPr>
            <a:xfrm>
              <a:off x="0" y="0"/>
              <a:ext cx="4530130" cy="566142"/>
            </a:xfrm>
            <a:custGeom>
              <a:rect b="b" l="l" r="r" t="t"/>
              <a:pathLst>
                <a:path extrusionOk="0" h="566142" w="4530130">
                  <a:moveTo>
                    <a:pt x="0" y="0"/>
                  </a:moveTo>
                  <a:lnTo>
                    <a:pt x="4530130" y="0"/>
                  </a:lnTo>
                  <a:lnTo>
                    <a:pt x="4530130" y="566142"/>
                  </a:lnTo>
                  <a:lnTo>
                    <a:pt x="0" y="566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6" name="Google Shape;276;p7"/>
            <p:cNvSpPr txBox="1"/>
            <p:nvPr/>
          </p:nvSpPr>
          <p:spPr>
            <a:xfrm>
              <a:off x="0" y="-28575"/>
              <a:ext cx="4530130" cy="5947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rPr b="0" i="0" lang="en-US" sz="2625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Comunicación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7" name="Google Shape;277;p7"/>
          <p:cNvGrpSpPr/>
          <p:nvPr/>
        </p:nvGrpSpPr>
        <p:grpSpPr>
          <a:xfrm>
            <a:off x="1299419" y="8670132"/>
            <a:ext cx="8831164" cy="533399"/>
            <a:chOff x="0" y="-95250"/>
            <a:chExt cx="11774885" cy="711200"/>
          </a:xfrm>
        </p:grpSpPr>
        <p:sp>
          <p:nvSpPr>
            <p:cNvPr id="278" name="Google Shape;278;p7"/>
            <p:cNvSpPr/>
            <p:nvPr/>
          </p:nvSpPr>
          <p:spPr>
            <a:xfrm>
              <a:off x="0" y="0"/>
              <a:ext cx="11774885" cy="615950"/>
            </a:xfrm>
            <a:custGeom>
              <a:rect b="b" l="l" r="r" t="t"/>
              <a:pathLst>
                <a:path extrusionOk="0" h="615950" w="11774885">
                  <a:moveTo>
                    <a:pt x="0" y="0"/>
                  </a:moveTo>
                  <a:lnTo>
                    <a:pt x="11774885" y="0"/>
                  </a:lnTo>
                  <a:lnTo>
                    <a:pt x="11774885" y="615950"/>
                  </a:lnTo>
                  <a:lnTo>
                    <a:pt x="0" y="6159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9" name="Google Shape;279;p7"/>
            <p:cNvSpPr txBox="1"/>
            <p:nvPr/>
          </p:nvSpPr>
          <p:spPr>
            <a:xfrm>
              <a:off x="0" y="-95250"/>
              <a:ext cx="11774885" cy="7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0" i="0" lang="en-US" sz="2249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Procesamiento, almacenamiento y seguridad de la información.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289" name="Google Shape;289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sp>
        <p:nvSpPr>
          <p:cNvPr descr="preencoded.png" id="290" name="Google Shape;290;p8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1" name="Google Shape;291;p8"/>
          <p:cNvGrpSpPr/>
          <p:nvPr/>
        </p:nvGrpSpPr>
        <p:grpSpPr>
          <a:xfrm>
            <a:off x="7905155" y="1157883"/>
            <a:ext cx="9190882" cy="901452"/>
            <a:chOff x="0" y="-28575"/>
            <a:chExt cx="12254509" cy="1201937"/>
          </a:xfrm>
        </p:grpSpPr>
        <p:sp>
          <p:nvSpPr>
            <p:cNvPr id="292" name="Google Shape;292;p8"/>
            <p:cNvSpPr/>
            <p:nvPr/>
          </p:nvSpPr>
          <p:spPr>
            <a:xfrm>
              <a:off x="0" y="0"/>
              <a:ext cx="12254509" cy="1173362"/>
            </a:xfrm>
            <a:custGeom>
              <a:rect b="b" l="l" r="r" t="t"/>
              <a:pathLst>
                <a:path extrusionOk="0" h="1173362" w="12254509">
                  <a:moveTo>
                    <a:pt x="0" y="0"/>
                  </a:moveTo>
                  <a:lnTo>
                    <a:pt x="12254509" y="0"/>
                  </a:lnTo>
                  <a:lnTo>
                    <a:pt x="12254509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3" name="Google Shape;293;p8"/>
            <p:cNvSpPr txBox="1"/>
            <p:nvPr/>
          </p:nvSpPr>
          <p:spPr>
            <a:xfrm>
              <a:off x="0" y="-28575"/>
              <a:ext cx="12254508" cy="1201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Categorías Específicas de 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8"/>
          <p:cNvSpPr/>
          <p:nvPr/>
        </p:nvSpPr>
        <p:spPr>
          <a:xfrm>
            <a:off x="7905155" y="2508051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95" name="Google Shape;295;p8"/>
          <p:cNvSpPr/>
          <p:nvPr/>
        </p:nvSpPr>
        <p:spPr>
          <a:xfrm>
            <a:off x="8030467" y="2580531"/>
            <a:ext cx="422374" cy="528042"/>
          </a:xfrm>
          <a:custGeom>
            <a:rect b="b" l="l" r="r" t="t"/>
            <a:pathLst>
              <a:path extrusionOk="0" h="528042" w="422374">
                <a:moveTo>
                  <a:pt x="0" y="0"/>
                </a:moveTo>
                <a:lnTo>
                  <a:pt x="422374" y="0"/>
                </a:lnTo>
                <a:lnTo>
                  <a:pt x="422374" y="528043"/>
                </a:lnTo>
                <a:lnTo>
                  <a:pt x="0" y="528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" r="-5" t="0"/>
            </a:stretch>
          </a:blipFill>
          <a:ln>
            <a:noFill/>
          </a:ln>
        </p:spPr>
      </p:sp>
      <p:grpSp>
        <p:nvGrpSpPr>
          <p:cNvPr id="296" name="Google Shape;296;p8"/>
          <p:cNvGrpSpPr/>
          <p:nvPr/>
        </p:nvGrpSpPr>
        <p:grpSpPr>
          <a:xfrm>
            <a:off x="8877449" y="2596604"/>
            <a:ext cx="3520231" cy="454223"/>
            <a:chOff x="0" y="-19050"/>
            <a:chExt cx="4693642" cy="605632"/>
          </a:xfrm>
        </p:grpSpPr>
        <p:sp>
          <p:nvSpPr>
            <p:cNvPr id="297" name="Google Shape;297;p8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8" name="Google Shape;298;p8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Comunicación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8"/>
          <p:cNvGrpSpPr/>
          <p:nvPr/>
        </p:nvGrpSpPr>
        <p:grpSpPr>
          <a:xfrm>
            <a:off x="8877449" y="3158877"/>
            <a:ext cx="8363396" cy="550218"/>
            <a:chOff x="0" y="-95250"/>
            <a:chExt cx="11151195" cy="733623"/>
          </a:xfrm>
        </p:grpSpPr>
        <p:sp>
          <p:nvSpPr>
            <p:cNvPr id="300" name="Google Shape;300;p8"/>
            <p:cNvSpPr/>
            <p:nvPr/>
          </p:nvSpPr>
          <p:spPr>
            <a:xfrm>
              <a:off x="0" y="0"/>
              <a:ext cx="11151195" cy="638373"/>
            </a:xfrm>
            <a:custGeom>
              <a:rect b="b" l="l" r="r" t="t"/>
              <a:pathLst>
                <a:path extrusionOk="0" h="638373" w="11151195">
                  <a:moveTo>
                    <a:pt x="0" y="0"/>
                  </a:moveTo>
                  <a:lnTo>
                    <a:pt x="11151195" y="0"/>
                  </a:lnTo>
                  <a:lnTo>
                    <a:pt x="1115119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1" name="Google Shape;301;p8"/>
            <p:cNvSpPr txBox="1"/>
            <p:nvPr/>
          </p:nvSpPr>
          <p:spPr>
            <a:xfrm>
              <a:off x="0" y="-95250"/>
              <a:ext cx="1115119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Redes sociales, email y apps móviles.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8"/>
          <p:cNvSpPr/>
          <p:nvPr/>
        </p:nvSpPr>
        <p:spPr>
          <a:xfrm>
            <a:off x="7905155" y="4307532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03" name="Google Shape;303;p8"/>
          <p:cNvSpPr/>
          <p:nvPr/>
        </p:nvSpPr>
        <p:spPr>
          <a:xfrm>
            <a:off x="8030467" y="4380011"/>
            <a:ext cx="422374" cy="528043"/>
          </a:xfrm>
          <a:custGeom>
            <a:rect b="b" l="l" r="r" t="t"/>
            <a:pathLst>
              <a:path extrusionOk="0" h="528043" w="422374">
                <a:moveTo>
                  <a:pt x="0" y="0"/>
                </a:moveTo>
                <a:lnTo>
                  <a:pt x="422374" y="0"/>
                </a:lnTo>
                <a:lnTo>
                  <a:pt x="422374" y="528043"/>
                </a:lnTo>
                <a:lnTo>
                  <a:pt x="0" y="528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" r="-5" t="0"/>
            </a:stretch>
          </a:blipFill>
          <a:ln>
            <a:noFill/>
          </a:ln>
        </p:spPr>
      </p:sp>
      <p:grpSp>
        <p:nvGrpSpPr>
          <p:cNvPr id="304" name="Google Shape;304;p8"/>
          <p:cNvGrpSpPr/>
          <p:nvPr/>
        </p:nvGrpSpPr>
        <p:grpSpPr>
          <a:xfrm>
            <a:off x="8877449" y="4396085"/>
            <a:ext cx="3520231" cy="454223"/>
            <a:chOff x="0" y="-19050"/>
            <a:chExt cx="4693642" cy="605632"/>
          </a:xfrm>
        </p:grpSpPr>
        <p:sp>
          <p:nvSpPr>
            <p:cNvPr id="305" name="Google Shape;305;p8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6" name="Google Shape;306;p8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Procesamiento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" name="Google Shape;307;p8"/>
          <p:cNvGrpSpPr/>
          <p:nvPr/>
        </p:nvGrpSpPr>
        <p:grpSpPr>
          <a:xfrm>
            <a:off x="8877449" y="4958357"/>
            <a:ext cx="8363396" cy="550218"/>
            <a:chOff x="0" y="-95250"/>
            <a:chExt cx="11151195" cy="733623"/>
          </a:xfrm>
        </p:grpSpPr>
        <p:sp>
          <p:nvSpPr>
            <p:cNvPr id="308" name="Google Shape;308;p8"/>
            <p:cNvSpPr/>
            <p:nvPr/>
          </p:nvSpPr>
          <p:spPr>
            <a:xfrm>
              <a:off x="0" y="0"/>
              <a:ext cx="11151195" cy="638373"/>
            </a:xfrm>
            <a:custGeom>
              <a:rect b="b" l="l" r="r" t="t"/>
              <a:pathLst>
                <a:path extrusionOk="0" h="638373" w="11151195">
                  <a:moveTo>
                    <a:pt x="0" y="0"/>
                  </a:moveTo>
                  <a:lnTo>
                    <a:pt x="11151195" y="0"/>
                  </a:lnTo>
                  <a:lnTo>
                    <a:pt x="1115119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9" name="Google Shape;309;p8"/>
            <p:cNvSpPr txBox="1"/>
            <p:nvPr/>
          </p:nvSpPr>
          <p:spPr>
            <a:xfrm>
              <a:off x="0" y="-95250"/>
              <a:ext cx="1115119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Software especializado y sistemas ERP.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8"/>
          <p:cNvSpPr/>
          <p:nvPr/>
        </p:nvSpPr>
        <p:spPr>
          <a:xfrm>
            <a:off x="7905155" y="6107014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11" name="Google Shape;311;p8"/>
          <p:cNvSpPr/>
          <p:nvPr/>
        </p:nvSpPr>
        <p:spPr>
          <a:xfrm>
            <a:off x="8030467" y="6179492"/>
            <a:ext cx="422374" cy="528043"/>
          </a:xfrm>
          <a:custGeom>
            <a:rect b="b" l="l" r="r" t="t"/>
            <a:pathLst>
              <a:path extrusionOk="0" h="528043" w="422374">
                <a:moveTo>
                  <a:pt x="0" y="0"/>
                </a:moveTo>
                <a:lnTo>
                  <a:pt x="422374" y="0"/>
                </a:lnTo>
                <a:lnTo>
                  <a:pt x="422374" y="528043"/>
                </a:lnTo>
                <a:lnTo>
                  <a:pt x="0" y="528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" r="-5" t="0"/>
            </a:stretch>
          </a:blipFill>
          <a:ln>
            <a:noFill/>
          </a:ln>
        </p:spPr>
      </p:sp>
      <p:grpSp>
        <p:nvGrpSpPr>
          <p:cNvPr id="312" name="Google Shape;312;p8"/>
          <p:cNvGrpSpPr/>
          <p:nvPr/>
        </p:nvGrpSpPr>
        <p:grpSpPr>
          <a:xfrm>
            <a:off x="8877449" y="6195567"/>
            <a:ext cx="3520231" cy="454223"/>
            <a:chOff x="0" y="-19050"/>
            <a:chExt cx="4693642" cy="605632"/>
          </a:xfrm>
        </p:grpSpPr>
        <p:sp>
          <p:nvSpPr>
            <p:cNvPr id="313" name="Google Shape;313;p8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4" name="Google Shape;314;p8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Almacenamiento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8"/>
          <p:cNvGrpSpPr/>
          <p:nvPr/>
        </p:nvGrpSpPr>
        <p:grpSpPr>
          <a:xfrm>
            <a:off x="8877449" y="6757838"/>
            <a:ext cx="8363396" cy="550218"/>
            <a:chOff x="0" y="-95250"/>
            <a:chExt cx="11151195" cy="733623"/>
          </a:xfrm>
        </p:grpSpPr>
        <p:sp>
          <p:nvSpPr>
            <p:cNvPr id="316" name="Google Shape;316;p8"/>
            <p:cNvSpPr/>
            <p:nvPr/>
          </p:nvSpPr>
          <p:spPr>
            <a:xfrm>
              <a:off x="0" y="0"/>
              <a:ext cx="11151195" cy="638373"/>
            </a:xfrm>
            <a:custGeom>
              <a:rect b="b" l="l" r="r" t="t"/>
              <a:pathLst>
                <a:path extrusionOk="0" h="638373" w="11151195">
                  <a:moveTo>
                    <a:pt x="0" y="0"/>
                  </a:moveTo>
                  <a:lnTo>
                    <a:pt x="11151195" y="0"/>
                  </a:lnTo>
                  <a:lnTo>
                    <a:pt x="1115119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7" name="Google Shape;317;p8"/>
            <p:cNvSpPr txBox="1"/>
            <p:nvPr/>
          </p:nvSpPr>
          <p:spPr>
            <a:xfrm>
              <a:off x="0" y="-95250"/>
              <a:ext cx="1115119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Servidores y cloud computing.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p8"/>
          <p:cNvSpPr/>
          <p:nvPr/>
        </p:nvSpPr>
        <p:spPr>
          <a:xfrm>
            <a:off x="7905155" y="7906494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19" name="Google Shape;319;p8"/>
          <p:cNvSpPr/>
          <p:nvPr/>
        </p:nvSpPr>
        <p:spPr>
          <a:xfrm>
            <a:off x="8030467" y="7978974"/>
            <a:ext cx="422374" cy="528043"/>
          </a:xfrm>
          <a:custGeom>
            <a:rect b="b" l="l" r="r" t="t"/>
            <a:pathLst>
              <a:path extrusionOk="0" h="528043" w="422374">
                <a:moveTo>
                  <a:pt x="0" y="0"/>
                </a:moveTo>
                <a:lnTo>
                  <a:pt x="422374" y="0"/>
                </a:lnTo>
                <a:lnTo>
                  <a:pt x="422374" y="528042"/>
                </a:lnTo>
                <a:lnTo>
                  <a:pt x="0" y="528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5" r="-5" t="0"/>
            </a:stretch>
          </a:blipFill>
          <a:ln>
            <a:noFill/>
          </a:ln>
        </p:spPr>
      </p:sp>
      <p:grpSp>
        <p:nvGrpSpPr>
          <p:cNvPr id="320" name="Google Shape;320;p8"/>
          <p:cNvGrpSpPr/>
          <p:nvPr/>
        </p:nvGrpSpPr>
        <p:grpSpPr>
          <a:xfrm>
            <a:off x="8877449" y="7995048"/>
            <a:ext cx="3520231" cy="454223"/>
            <a:chOff x="0" y="-19050"/>
            <a:chExt cx="4693642" cy="605632"/>
          </a:xfrm>
        </p:grpSpPr>
        <p:sp>
          <p:nvSpPr>
            <p:cNvPr id="321" name="Google Shape;321;p8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2" name="Google Shape;322;p8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Redes y Seguridad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8"/>
          <p:cNvGrpSpPr/>
          <p:nvPr/>
        </p:nvGrpSpPr>
        <p:grpSpPr>
          <a:xfrm>
            <a:off x="8877449" y="8557320"/>
            <a:ext cx="8363396" cy="550218"/>
            <a:chOff x="0" y="-95250"/>
            <a:chExt cx="11151195" cy="733623"/>
          </a:xfrm>
        </p:grpSpPr>
        <p:sp>
          <p:nvSpPr>
            <p:cNvPr id="324" name="Google Shape;324;p8"/>
            <p:cNvSpPr/>
            <p:nvPr/>
          </p:nvSpPr>
          <p:spPr>
            <a:xfrm>
              <a:off x="0" y="0"/>
              <a:ext cx="11151195" cy="638373"/>
            </a:xfrm>
            <a:custGeom>
              <a:rect b="b" l="l" r="r" t="t"/>
              <a:pathLst>
                <a:path extrusionOk="0" h="638373" w="11151195">
                  <a:moveTo>
                    <a:pt x="0" y="0"/>
                  </a:moveTo>
                  <a:lnTo>
                    <a:pt x="11151195" y="0"/>
                  </a:lnTo>
                  <a:lnTo>
                    <a:pt x="1115119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5" name="Google Shape;325;p8"/>
            <p:cNvSpPr txBox="1"/>
            <p:nvPr/>
          </p:nvSpPr>
          <p:spPr>
            <a:xfrm>
              <a:off x="0" y="-95250"/>
              <a:ext cx="1115119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Fibra óptica, 5G, firewalls y encriptación.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335" name="Google Shape;335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grpSp>
        <p:nvGrpSpPr>
          <p:cNvPr id="336" name="Google Shape;336;p9"/>
          <p:cNvGrpSpPr/>
          <p:nvPr/>
        </p:nvGrpSpPr>
        <p:grpSpPr>
          <a:xfrm>
            <a:off x="1047155" y="3530204"/>
            <a:ext cx="11768881" cy="901452"/>
            <a:chOff x="0" y="-28575"/>
            <a:chExt cx="15691842" cy="1201937"/>
          </a:xfrm>
        </p:grpSpPr>
        <p:sp>
          <p:nvSpPr>
            <p:cNvPr id="337" name="Google Shape;337;p9"/>
            <p:cNvSpPr/>
            <p:nvPr/>
          </p:nvSpPr>
          <p:spPr>
            <a:xfrm>
              <a:off x="0" y="0"/>
              <a:ext cx="15691842" cy="1173362"/>
            </a:xfrm>
            <a:custGeom>
              <a:rect b="b" l="l" r="r" t="t"/>
              <a:pathLst>
                <a:path extrusionOk="0" h="1173362" w="15691842">
                  <a:moveTo>
                    <a:pt x="0" y="0"/>
                  </a:moveTo>
                  <a:lnTo>
                    <a:pt x="15691842" y="0"/>
                  </a:lnTo>
                  <a:lnTo>
                    <a:pt x="15691842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8" name="Google Shape;338;p9"/>
            <p:cNvSpPr txBox="1"/>
            <p:nvPr/>
          </p:nvSpPr>
          <p:spPr>
            <a:xfrm>
              <a:off x="0" y="-28575"/>
              <a:ext cx="15691842" cy="1201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Importancia de las TIC en la Empresa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9"/>
          <p:cNvGrpSpPr/>
          <p:nvPr/>
        </p:nvGrpSpPr>
        <p:grpSpPr>
          <a:xfrm>
            <a:off x="1047155" y="4913560"/>
            <a:ext cx="7731919" cy="550218"/>
            <a:chOff x="0" y="-95250"/>
            <a:chExt cx="10309225" cy="733623"/>
          </a:xfrm>
        </p:grpSpPr>
        <p:sp>
          <p:nvSpPr>
            <p:cNvPr id="340" name="Google Shape;340;p9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1" name="Google Shape;341;p9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F9EEE7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Optimización de procesos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" name="Google Shape;342;p9"/>
          <p:cNvGrpSpPr/>
          <p:nvPr/>
        </p:nvGrpSpPr>
        <p:grpSpPr>
          <a:xfrm>
            <a:off x="1047155" y="5496966"/>
            <a:ext cx="7731919" cy="550218"/>
            <a:chOff x="0" y="-95250"/>
            <a:chExt cx="10309225" cy="733623"/>
          </a:xfrm>
        </p:grpSpPr>
        <p:sp>
          <p:nvSpPr>
            <p:cNvPr id="343" name="Google Shape;343;p9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4" name="Google Shape;344;p9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F9EEE7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Expansión global de mercados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p9"/>
          <p:cNvGrpSpPr/>
          <p:nvPr/>
        </p:nvGrpSpPr>
        <p:grpSpPr>
          <a:xfrm>
            <a:off x="1047155" y="6080372"/>
            <a:ext cx="7731919" cy="550218"/>
            <a:chOff x="0" y="-95250"/>
            <a:chExt cx="10309225" cy="733623"/>
          </a:xfrm>
        </p:grpSpPr>
        <p:sp>
          <p:nvSpPr>
            <p:cNvPr id="346" name="Google Shape;346;p9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7" name="Google Shape;347;p9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F9EEE7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Reducción de costos operativos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9"/>
          <p:cNvGrpSpPr/>
          <p:nvPr/>
        </p:nvGrpSpPr>
        <p:grpSpPr>
          <a:xfrm>
            <a:off x="9518451" y="4913560"/>
            <a:ext cx="7731919" cy="550218"/>
            <a:chOff x="0" y="-95250"/>
            <a:chExt cx="10309225" cy="733623"/>
          </a:xfrm>
        </p:grpSpPr>
        <p:sp>
          <p:nvSpPr>
            <p:cNvPr id="349" name="Google Shape;349;p9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0" name="Google Shape;350;p9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F9EEE7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Mejora en toma de decisiones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" name="Google Shape;351;p9"/>
          <p:cNvGrpSpPr/>
          <p:nvPr/>
        </p:nvGrpSpPr>
        <p:grpSpPr>
          <a:xfrm>
            <a:off x="9518451" y="5496966"/>
            <a:ext cx="7731919" cy="550218"/>
            <a:chOff x="0" y="-95250"/>
            <a:chExt cx="10309225" cy="733623"/>
          </a:xfrm>
        </p:grpSpPr>
        <p:sp>
          <p:nvSpPr>
            <p:cNvPr id="352" name="Google Shape;352;p9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3" name="Google Shape;353;p9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F9EEE7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Mayor eficiencia y competitividad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9"/>
          <p:cNvGrpSpPr/>
          <p:nvPr/>
        </p:nvGrpSpPr>
        <p:grpSpPr>
          <a:xfrm>
            <a:off x="9518451" y="6080372"/>
            <a:ext cx="7731919" cy="550218"/>
            <a:chOff x="0" y="-95250"/>
            <a:chExt cx="10309225" cy="733623"/>
          </a:xfrm>
        </p:grpSpPr>
        <p:sp>
          <p:nvSpPr>
            <p:cNvPr id="355" name="Google Shape;355;p9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6" name="Google Shape;356;p9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F9EEE7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Diferenciación frente a competidores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366" name="Google Shape;366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grpSp>
        <p:nvGrpSpPr>
          <p:cNvPr id="367" name="Google Shape;367;p10"/>
          <p:cNvGrpSpPr/>
          <p:nvPr/>
        </p:nvGrpSpPr>
        <p:grpSpPr>
          <a:xfrm>
            <a:off x="1047155" y="2643188"/>
            <a:ext cx="14865549" cy="901452"/>
            <a:chOff x="0" y="-28575"/>
            <a:chExt cx="19820732" cy="1201937"/>
          </a:xfrm>
        </p:grpSpPr>
        <p:sp>
          <p:nvSpPr>
            <p:cNvPr id="368" name="Google Shape;368;p10"/>
            <p:cNvSpPr/>
            <p:nvPr/>
          </p:nvSpPr>
          <p:spPr>
            <a:xfrm>
              <a:off x="0" y="0"/>
              <a:ext cx="19820731" cy="1173362"/>
            </a:xfrm>
            <a:custGeom>
              <a:rect b="b" l="l" r="r" t="t"/>
              <a:pathLst>
                <a:path extrusionOk="0" h="1173362" w="19820731">
                  <a:moveTo>
                    <a:pt x="0" y="0"/>
                  </a:moveTo>
                  <a:lnTo>
                    <a:pt x="19820731" y="0"/>
                  </a:lnTo>
                  <a:lnTo>
                    <a:pt x="19820731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9" name="Google Shape;369;p10"/>
            <p:cNvSpPr txBox="1"/>
            <p:nvPr/>
          </p:nvSpPr>
          <p:spPr>
            <a:xfrm>
              <a:off x="0" y="-28575"/>
              <a:ext cx="19820732" cy="1201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Desafíos Actuales en la Implementación de 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10"/>
          <p:cNvSpPr/>
          <p:nvPr/>
        </p:nvSpPr>
        <p:spPr>
          <a:xfrm>
            <a:off x="1047155" y="4143078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10"/>
          <p:cNvGrpSpPr/>
          <p:nvPr/>
        </p:nvGrpSpPr>
        <p:grpSpPr>
          <a:xfrm>
            <a:off x="1172468" y="4215556"/>
            <a:ext cx="422374" cy="528042"/>
            <a:chOff x="0" y="0"/>
            <a:chExt cx="563165" cy="704057"/>
          </a:xfrm>
        </p:grpSpPr>
        <p:sp>
          <p:nvSpPr>
            <p:cNvPr id="372" name="Google Shape;372;p10"/>
            <p:cNvSpPr/>
            <p:nvPr/>
          </p:nvSpPr>
          <p:spPr>
            <a:xfrm>
              <a:off x="0" y="0"/>
              <a:ext cx="563165" cy="704057"/>
            </a:xfrm>
            <a:custGeom>
              <a:rect b="b" l="l" r="r" t="t"/>
              <a:pathLst>
                <a:path extrusionOk="0" h="704057" w="563165">
                  <a:moveTo>
                    <a:pt x="0" y="0"/>
                  </a:moveTo>
                  <a:lnTo>
                    <a:pt x="563165" y="0"/>
                  </a:lnTo>
                  <a:lnTo>
                    <a:pt x="563165" y="704057"/>
                  </a:lnTo>
                  <a:lnTo>
                    <a:pt x="0" y="704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3" name="Google Shape;373;p10"/>
            <p:cNvSpPr txBox="1"/>
            <p:nvPr/>
          </p:nvSpPr>
          <p:spPr>
            <a:xfrm>
              <a:off x="0" y="57150"/>
              <a:ext cx="563165" cy="646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12"/>
                <a:buFont typeface="Arial"/>
                <a:buNone/>
              </a:pPr>
              <a:r>
                <a:rPr b="0" i="0" lang="en-US" sz="3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10"/>
          <p:cNvGrpSpPr/>
          <p:nvPr/>
        </p:nvGrpSpPr>
        <p:grpSpPr>
          <a:xfrm>
            <a:off x="2019449" y="4231631"/>
            <a:ext cx="3520231" cy="454223"/>
            <a:chOff x="0" y="-19050"/>
            <a:chExt cx="4693642" cy="605632"/>
          </a:xfrm>
        </p:grpSpPr>
        <p:sp>
          <p:nvSpPr>
            <p:cNvPr id="375" name="Google Shape;375;p10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6" name="Google Shape;376;p10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Brechas digitales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10"/>
          <p:cNvGrpSpPr/>
          <p:nvPr/>
        </p:nvGrpSpPr>
        <p:grpSpPr>
          <a:xfrm>
            <a:off x="2019449" y="4793903"/>
            <a:ext cx="4176266" cy="1028997"/>
            <a:chOff x="0" y="-95250"/>
            <a:chExt cx="5568355" cy="1371997"/>
          </a:xfrm>
        </p:grpSpPr>
        <p:sp>
          <p:nvSpPr>
            <p:cNvPr id="378" name="Google Shape;378;p10"/>
            <p:cNvSpPr/>
            <p:nvPr/>
          </p:nvSpPr>
          <p:spPr>
            <a:xfrm>
              <a:off x="0" y="0"/>
              <a:ext cx="5568355" cy="1276747"/>
            </a:xfrm>
            <a:custGeom>
              <a:rect b="b" l="l" r="r" t="t"/>
              <a:pathLst>
                <a:path extrusionOk="0" h="1276747" w="5568355">
                  <a:moveTo>
                    <a:pt x="0" y="0"/>
                  </a:moveTo>
                  <a:lnTo>
                    <a:pt x="5568355" y="0"/>
                  </a:lnTo>
                  <a:lnTo>
                    <a:pt x="5568355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9" name="Google Shape;379;p10"/>
            <p:cNvSpPr txBox="1"/>
            <p:nvPr/>
          </p:nvSpPr>
          <p:spPr>
            <a:xfrm>
              <a:off x="0" y="-95250"/>
              <a:ext cx="5568355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Necesidad de capacitación constante.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" name="Google Shape;380;p10"/>
          <p:cNvSpPr/>
          <p:nvPr/>
        </p:nvSpPr>
        <p:spPr>
          <a:xfrm>
            <a:off x="6569720" y="4143078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10"/>
          <p:cNvGrpSpPr/>
          <p:nvPr/>
        </p:nvGrpSpPr>
        <p:grpSpPr>
          <a:xfrm>
            <a:off x="6695034" y="4215556"/>
            <a:ext cx="422374" cy="528042"/>
            <a:chOff x="0" y="0"/>
            <a:chExt cx="563165" cy="704057"/>
          </a:xfrm>
        </p:grpSpPr>
        <p:sp>
          <p:nvSpPr>
            <p:cNvPr id="382" name="Google Shape;382;p10"/>
            <p:cNvSpPr/>
            <p:nvPr/>
          </p:nvSpPr>
          <p:spPr>
            <a:xfrm>
              <a:off x="0" y="0"/>
              <a:ext cx="563165" cy="704057"/>
            </a:xfrm>
            <a:custGeom>
              <a:rect b="b" l="l" r="r" t="t"/>
              <a:pathLst>
                <a:path extrusionOk="0" h="704057" w="563165">
                  <a:moveTo>
                    <a:pt x="0" y="0"/>
                  </a:moveTo>
                  <a:lnTo>
                    <a:pt x="563165" y="0"/>
                  </a:lnTo>
                  <a:lnTo>
                    <a:pt x="563165" y="704057"/>
                  </a:lnTo>
                  <a:lnTo>
                    <a:pt x="0" y="704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3" name="Google Shape;383;p10"/>
            <p:cNvSpPr txBox="1"/>
            <p:nvPr/>
          </p:nvSpPr>
          <p:spPr>
            <a:xfrm>
              <a:off x="0" y="57150"/>
              <a:ext cx="563165" cy="646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12"/>
                <a:buFont typeface="Arial"/>
                <a:buNone/>
              </a:pPr>
              <a:r>
                <a:rPr b="0" i="0" lang="en-US" sz="3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4" name="Google Shape;384;p10"/>
          <p:cNvGrpSpPr/>
          <p:nvPr/>
        </p:nvGrpSpPr>
        <p:grpSpPr>
          <a:xfrm>
            <a:off x="7542014" y="4231631"/>
            <a:ext cx="3520231" cy="454223"/>
            <a:chOff x="0" y="-19050"/>
            <a:chExt cx="4693642" cy="605632"/>
          </a:xfrm>
        </p:grpSpPr>
        <p:sp>
          <p:nvSpPr>
            <p:cNvPr id="385" name="Google Shape;385;p10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6" name="Google Shape;386;p10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Ciberseguridad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" name="Google Shape;387;p10"/>
          <p:cNvGrpSpPr/>
          <p:nvPr/>
        </p:nvGrpSpPr>
        <p:grpSpPr>
          <a:xfrm>
            <a:off x="7542014" y="4793902"/>
            <a:ext cx="4176266" cy="550218"/>
            <a:chOff x="0" y="-95250"/>
            <a:chExt cx="5568355" cy="733623"/>
          </a:xfrm>
        </p:grpSpPr>
        <p:sp>
          <p:nvSpPr>
            <p:cNvPr id="388" name="Google Shape;388;p10"/>
            <p:cNvSpPr/>
            <p:nvPr/>
          </p:nvSpPr>
          <p:spPr>
            <a:xfrm>
              <a:off x="0" y="0"/>
              <a:ext cx="5568355" cy="638373"/>
            </a:xfrm>
            <a:custGeom>
              <a:rect b="b" l="l" r="r" t="t"/>
              <a:pathLst>
                <a:path extrusionOk="0" h="638373" w="5568355">
                  <a:moveTo>
                    <a:pt x="0" y="0"/>
                  </a:moveTo>
                  <a:lnTo>
                    <a:pt x="5568355" y="0"/>
                  </a:lnTo>
                  <a:lnTo>
                    <a:pt x="556835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9" name="Google Shape;389;p10"/>
            <p:cNvSpPr txBox="1"/>
            <p:nvPr/>
          </p:nvSpPr>
          <p:spPr>
            <a:xfrm>
              <a:off x="0" y="-95250"/>
              <a:ext cx="556835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Protección de datos sensibles.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10"/>
          <p:cNvSpPr/>
          <p:nvPr/>
        </p:nvSpPr>
        <p:spPr>
          <a:xfrm>
            <a:off x="12092285" y="4143078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10"/>
          <p:cNvGrpSpPr/>
          <p:nvPr/>
        </p:nvGrpSpPr>
        <p:grpSpPr>
          <a:xfrm>
            <a:off x="12217599" y="4215556"/>
            <a:ext cx="422374" cy="528042"/>
            <a:chOff x="0" y="0"/>
            <a:chExt cx="563165" cy="704057"/>
          </a:xfrm>
        </p:grpSpPr>
        <p:sp>
          <p:nvSpPr>
            <p:cNvPr id="392" name="Google Shape;392;p10"/>
            <p:cNvSpPr/>
            <p:nvPr/>
          </p:nvSpPr>
          <p:spPr>
            <a:xfrm>
              <a:off x="0" y="0"/>
              <a:ext cx="563165" cy="704057"/>
            </a:xfrm>
            <a:custGeom>
              <a:rect b="b" l="l" r="r" t="t"/>
              <a:pathLst>
                <a:path extrusionOk="0" h="704057" w="563165">
                  <a:moveTo>
                    <a:pt x="0" y="0"/>
                  </a:moveTo>
                  <a:lnTo>
                    <a:pt x="563165" y="0"/>
                  </a:lnTo>
                  <a:lnTo>
                    <a:pt x="563165" y="704057"/>
                  </a:lnTo>
                  <a:lnTo>
                    <a:pt x="0" y="704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3" name="Google Shape;393;p10"/>
            <p:cNvSpPr txBox="1"/>
            <p:nvPr/>
          </p:nvSpPr>
          <p:spPr>
            <a:xfrm>
              <a:off x="0" y="57150"/>
              <a:ext cx="563165" cy="646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12"/>
                <a:buFont typeface="Arial"/>
                <a:buNone/>
              </a:pPr>
              <a:r>
                <a:rPr b="0" i="0" lang="en-US" sz="3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4" name="Google Shape;394;p10"/>
          <p:cNvGrpSpPr/>
          <p:nvPr/>
        </p:nvGrpSpPr>
        <p:grpSpPr>
          <a:xfrm>
            <a:off x="13064579" y="4231631"/>
            <a:ext cx="3520231" cy="454223"/>
            <a:chOff x="0" y="-19050"/>
            <a:chExt cx="4693642" cy="605632"/>
          </a:xfrm>
        </p:grpSpPr>
        <p:sp>
          <p:nvSpPr>
            <p:cNvPr id="395" name="Google Shape;395;p10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6" name="Google Shape;396;p10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Inversión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7" name="Google Shape;397;p10"/>
          <p:cNvGrpSpPr/>
          <p:nvPr/>
        </p:nvGrpSpPr>
        <p:grpSpPr>
          <a:xfrm>
            <a:off x="13064579" y="4793903"/>
            <a:ext cx="4176266" cy="1028997"/>
            <a:chOff x="0" y="-95250"/>
            <a:chExt cx="5568355" cy="1371997"/>
          </a:xfrm>
        </p:grpSpPr>
        <p:sp>
          <p:nvSpPr>
            <p:cNvPr id="398" name="Google Shape;398;p10"/>
            <p:cNvSpPr/>
            <p:nvPr/>
          </p:nvSpPr>
          <p:spPr>
            <a:xfrm>
              <a:off x="0" y="0"/>
              <a:ext cx="5568355" cy="1276747"/>
            </a:xfrm>
            <a:custGeom>
              <a:rect b="b" l="l" r="r" t="t"/>
              <a:pathLst>
                <a:path extrusionOk="0" h="1276747" w="5568355">
                  <a:moveTo>
                    <a:pt x="0" y="0"/>
                  </a:moveTo>
                  <a:lnTo>
                    <a:pt x="5568355" y="0"/>
                  </a:lnTo>
                  <a:lnTo>
                    <a:pt x="5568355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9" name="Google Shape;399;p10"/>
            <p:cNvSpPr txBox="1"/>
            <p:nvPr/>
          </p:nvSpPr>
          <p:spPr>
            <a:xfrm>
              <a:off x="0" y="-95250"/>
              <a:ext cx="5568355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Costos en infraestructura y mantenimiento.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10"/>
          <p:cNvSpPr/>
          <p:nvPr/>
        </p:nvSpPr>
        <p:spPr>
          <a:xfrm>
            <a:off x="1047155" y="6421339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10"/>
          <p:cNvGrpSpPr/>
          <p:nvPr/>
        </p:nvGrpSpPr>
        <p:grpSpPr>
          <a:xfrm>
            <a:off x="1172468" y="6493817"/>
            <a:ext cx="422374" cy="528042"/>
            <a:chOff x="0" y="0"/>
            <a:chExt cx="563165" cy="704057"/>
          </a:xfrm>
        </p:grpSpPr>
        <p:sp>
          <p:nvSpPr>
            <p:cNvPr id="402" name="Google Shape;402;p10"/>
            <p:cNvSpPr/>
            <p:nvPr/>
          </p:nvSpPr>
          <p:spPr>
            <a:xfrm>
              <a:off x="0" y="0"/>
              <a:ext cx="563165" cy="704057"/>
            </a:xfrm>
            <a:custGeom>
              <a:rect b="b" l="l" r="r" t="t"/>
              <a:pathLst>
                <a:path extrusionOk="0" h="704057" w="563165">
                  <a:moveTo>
                    <a:pt x="0" y="0"/>
                  </a:moveTo>
                  <a:lnTo>
                    <a:pt x="563165" y="0"/>
                  </a:lnTo>
                  <a:lnTo>
                    <a:pt x="563165" y="704057"/>
                  </a:lnTo>
                  <a:lnTo>
                    <a:pt x="0" y="704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3" name="Google Shape;403;p10"/>
            <p:cNvSpPr txBox="1"/>
            <p:nvPr/>
          </p:nvSpPr>
          <p:spPr>
            <a:xfrm>
              <a:off x="0" y="57150"/>
              <a:ext cx="563165" cy="646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12"/>
                <a:buFont typeface="Arial"/>
                <a:buNone/>
              </a:pPr>
              <a:r>
                <a:rPr b="0" i="0" lang="en-US" sz="3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4" name="Google Shape;404;p10"/>
          <p:cNvGrpSpPr/>
          <p:nvPr/>
        </p:nvGrpSpPr>
        <p:grpSpPr>
          <a:xfrm>
            <a:off x="2019449" y="6509892"/>
            <a:ext cx="3520231" cy="454223"/>
            <a:chOff x="0" y="-19050"/>
            <a:chExt cx="4693642" cy="605632"/>
          </a:xfrm>
        </p:grpSpPr>
        <p:sp>
          <p:nvSpPr>
            <p:cNvPr id="405" name="Google Shape;405;p10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6" name="Google Shape;406;p10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Adaptación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7" name="Google Shape;407;p10"/>
          <p:cNvGrpSpPr/>
          <p:nvPr/>
        </p:nvGrpSpPr>
        <p:grpSpPr>
          <a:xfrm>
            <a:off x="2019449" y="7072163"/>
            <a:ext cx="6937622" cy="550218"/>
            <a:chOff x="0" y="-95250"/>
            <a:chExt cx="9250163" cy="733623"/>
          </a:xfrm>
        </p:grpSpPr>
        <p:sp>
          <p:nvSpPr>
            <p:cNvPr id="408" name="Google Shape;408;p10"/>
            <p:cNvSpPr/>
            <p:nvPr/>
          </p:nvSpPr>
          <p:spPr>
            <a:xfrm>
              <a:off x="0" y="0"/>
              <a:ext cx="9250163" cy="638373"/>
            </a:xfrm>
            <a:custGeom>
              <a:rect b="b" l="l" r="r" t="t"/>
              <a:pathLst>
                <a:path extrusionOk="0" h="638373" w="9250163">
                  <a:moveTo>
                    <a:pt x="0" y="0"/>
                  </a:moveTo>
                  <a:lnTo>
                    <a:pt x="9250163" y="0"/>
                  </a:lnTo>
                  <a:lnTo>
                    <a:pt x="9250163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9" name="Google Shape;409;p10"/>
            <p:cNvSpPr txBox="1"/>
            <p:nvPr/>
          </p:nvSpPr>
          <p:spPr>
            <a:xfrm>
              <a:off x="0" y="-95250"/>
              <a:ext cx="9250163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Cambio organizacional frente a nuevas tecnologías.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p10"/>
          <p:cNvSpPr/>
          <p:nvPr/>
        </p:nvSpPr>
        <p:spPr>
          <a:xfrm>
            <a:off x="9331078" y="6421339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1" name="Google Shape;411;p10"/>
          <p:cNvGrpSpPr/>
          <p:nvPr/>
        </p:nvGrpSpPr>
        <p:grpSpPr>
          <a:xfrm>
            <a:off x="9456390" y="6493817"/>
            <a:ext cx="422374" cy="528042"/>
            <a:chOff x="0" y="0"/>
            <a:chExt cx="563165" cy="704057"/>
          </a:xfrm>
        </p:grpSpPr>
        <p:sp>
          <p:nvSpPr>
            <p:cNvPr id="412" name="Google Shape;412;p10"/>
            <p:cNvSpPr/>
            <p:nvPr/>
          </p:nvSpPr>
          <p:spPr>
            <a:xfrm>
              <a:off x="0" y="0"/>
              <a:ext cx="563165" cy="704057"/>
            </a:xfrm>
            <a:custGeom>
              <a:rect b="b" l="l" r="r" t="t"/>
              <a:pathLst>
                <a:path extrusionOk="0" h="704057" w="563165">
                  <a:moveTo>
                    <a:pt x="0" y="0"/>
                  </a:moveTo>
                  <a:lnTo>
                    <a:pt x="563165" y="0"/>
                  </a:lnTo>
                  <a:lnTo>
                    <a:pt x="563165" y="704057"/>
                  </a:lnTo>
                  <a:lnTo>
                    <a:pt x="0" y="704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3" name="Google Shape;413;p10"/>
            <p:cNvSpPr txBox="1"/>
            <p:nvPr/>
          </p:nvSpPr>
          <p:spPr>
            <a:xfrm>
              <a:off x="0" y="57150"/>
              <a:ext cx="563165" cy="646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12"/>
                <a:buFont typeface="Arial"/>
                <a:buNone/>
              </a:pPr>
              <a:r>
                <a:rPr b="0" i="0" lang="en-US" sz="3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p10"/>
          <p:cNvGrpSpPr/>
          <p:nvPr/>
        </p:nvGrpSpPr>
        <p:grpSpPr>
          <a:xfrm>
            <a:off x="10303371" y="6509892"/>
            <a:ext cx="3520231" cy="454223"/>
            <a:chOff x="0" y="-19050"/>
            <a:chExt cx="4693642" cy="605632"/>
          </a:xfrm>
        </p:grpSpPr>
        <p:sp>
          <p:nvSpPr>
            <p:cNvPr id="415" name="Google Shape;415;p10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6" name="Google Shape;416;p10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Normativas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7" name="Google Shape;417;p10"/>
          <p:cNvGrpSpPr/>
          <p:nvPr/>
        </p:nvGrpSpPr>
        <p:grpSpPr>
          <a:xfrm>
            <a:off x="10303371" y="7072163"/>
            <a:ext cx="6937622" cy="550218"/>
            <a:chOff x="0" y="-95250"/>
            <a:chExt cx="9250163" cy="733623"/>
          </a:xfrm>
        </p:grpSpPr>
        <p:sp>
          <p:nvSpPr>
            <p:cNvPr id="418" name="Google Shape;418;p10"/>
            <p:cNvSpPr/>
            <p:nvPr/>
          </p:nvSpPr>
          <p:spPr>
            <a:xfrm>
              <a:off x="0" y="0"/>
              <a:ext cx="9250163" cy="638373"/>
            </a:xfrm>
            <a:custGeom>
              <a:rect b="b" l="l" r="r" t="t"/>
              <a:pathLst>
                <a:path extrusionOk="0" h="638373" w="9250163">
                  <a:moveTo>
                    <a:pt x="0" y="0"/>
                  </a:moveTo>
                  <a:lnTo>
                    <a:pt x="9250163" y="0"/>
                  </a:lnTo>
                  <a:lnTo>
                    <a:pt x="9250163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9" name="Google Shape;419;p10"/>
            <p:cNvSpPr txBox="1"/>
            <p:nvPr/>
          </p:nvSpPr>
          <p:spPr>
            <a:xfrm>
              <a:off x="0" y="-95250"/>
              <a:ext cx="9250163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Cumplimiento de leyes y regulaciones.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429" name="Google Shape;429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grpSp>
        <p:nvGrpSpPr>
          <p:cNvPr id="430" name="Google Shape;430;p11"/>
          <p:cNvGrpSpPr/>
          <p:nvPr/>
        </p:nvGrpSpPr>
        <p:grpSpPr>
          <a:xfrm>
            <a:off x="889992" y="679251"/>
            <a:ext cx="9951392" cy="769441"/>
            <a:chOff x="0" y="-28575"/>
            <a:chExt cx="13268523" cy="1025922"/>
          </a:xfrm>
        </p:grpSpPr>
        <p:sp>
          <p:nvSpPr>
            <p:cNvPr id="431" name="Google Shape;431;p11"/>
            <p:cNvSpPr/>
            <p:nvPr/>
          </p:nvSpPr>
          <p:spPr>
            <a:xfrm>
              <a:off x="0" y="0"/>
              <a:ext cx="13268523" cy="997347"/>
            </a:xfrm>
            <a:custGeom>
              <a:rect b="b" l="l" r="r" t="t"/>
              <a:pathLst>
                <a:path extrusionOk="0" h="997347" w="13268523">
                  <a:moveTo>
                    <a:pt x="0" y="0"/>
                  </a:moveTo>
                  <a:lnTo>
                    <a:pt x="13268523" y="0"/>
                  </a:lnTo>
                  <a:lnTo>
                    <a:pt x="13268523" y="997347"/>
                  </a:lnTo>
                  <a:lnTo>
                    <a:pt x="0" y="9973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2" name="Google Shape;432;p11"/>
            <p:cNvSpPr txBox="1"/>
            <p:nvPr/>
          </p:nvSpPr>
          <p:spPr>
            <a:xfrm>
              <a:off x="0" y="-28575"/>
              <a:ext cx="13268523" cy="1025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32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687"/>
                <a:buFont typeface="Arial"/>
                <a:buNone/>
              </a:pPr>
              <a:r>
                <a:rPr b="0" i="0" lang="en-US" sz="4687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Ejemplos de Uso de TIC en Empresas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433" name="Google Shape;433;p11"/>
          <p:cNvSpPr/>
          <p:nvPr/>
        </p:nvSpPr>
        <p:spPr>
          <a:xfrm>
            <a:off x="889992" y="1957239"/>
            <a:ext cx="1271439" cy="1525786"/>
          </a:xfrm>
          <a:custGeom>
            <a:rect b="b" l="l" r="r" t="t"/>
            <a:pathLst>
              <a:path extrusionOk="0" h="1525786" w="1271439">
                <a:moveTo>
                  <a:pt x="0" y="0"/>
                </a:moveTo>
                <a:lnTo>
                  <a:pt x="1271439" y="0"/>
                </a:lnTo>
                <a:lnTo>
                  <a:pt x="1271439" y="1525786"/>
                </a:lnTo>
                <a:lnTo>
                  <a:pt x="0" y="1525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9" l="0" r="0" t="-120"/>
            </a:stretch>
          </a:blipFill>
          <a:ln>
            <a:noFill/>
          </a:ln>
        </p:spPr>
      </p:sp>
      <p:grpSp>
        <p:nvGrpSpPr>
          <p:cNvPr id="434" name="Google Shape;434;p11"/>
          <p:cNvGrpSpPr/>
          <p:nvPr/>
        </p:nvGrpSpPr>
        <p:grpSpPr>
          <a:xfrm>
            <a:off x="2542878" y="2197150"/>
            <a:ext cx="2991891" cy="388143"/>
            <a:chOff x="0" y="-19050"/>
            <a:chExt cx="3989188" cy="517525"/>
          </a:xfrm>
        </p:grpSpPr>
        <p:sp>
          <p:nvSpPr>
            <p:cNvPr id="435" name="Google Shape;435;p11"/>
            <p:cNvSpPr/>
            <p:nvPr/>
          </p:nvSpPr>
          <p:spPr>
            <a:xfrm>
              <a:off x="0" y="0"/>
              <a:ext cx="3989188" cy="498475"/>
            </a:xfrm>
            <a:custGeom>
              <a:rect b="b" l="l" r="r" t="t"/>
              <a:pathLst>
                <a:path extrusionOk="0" h="498475" w="3989188">
                  <a:moveTo>
                    <a:pt x="0" y="0"/>
                  </a:moveTo>
                  <a:lnTo>
                    <a:pt x="3989188" y="0"/>
                  </a:lnTo>
                  <a:lnTo>
                    <a:pt x="3989188" y="498475"/>
                  </a:lnTo>
                  <a:lnTo>
                    <a:pt x="0" y="498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6" name="Google Shape;436;p11"/>
            <p:cNvSpPr txBox="1"/>
            <p:nvPr/>
          </p:nvSpPr>
          <p:spPr>
            <a:xfrm>
              <a:off x="0" y="-19050"/>
              <a:ext cx="3989188" cy="5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7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CRM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7" name="Google Shape;437;p11"/>
          <p:cNvGrpSpPr/>
          <p:nvPr/>
        </p:nvGrpSpPr>
        <p:grpSpPr>
          <a:xfrm>
            <a:off x="2542878" y="2673548"/>
            <a:ext cx="14855131" cy="471190"/>
            <a:chOff x="0" y="-85725"/>
            <a:chExt cx="19806841" cy="628253"/>
          </a:xfrm>
        </p:grpSpPr>
        <p:sp>
          <p:nvSpPr>
            <p:cNvPr id="438" name="Google Shape;438;p11"/>
            <p:cNvSpPr/>
            <p:nvPr/>
          </p:nvSpPr>
          <p:spPr>
            <a:xfrm>
              <a:off x="0" y="0"/>
              <a:ext cx="19806841" cy="542528"/>
            </a:xfrm>
            <a:custGeom>
              <a:rect b="b" l="l" r="r" t="t"/>
              <a:pathLst>
                <a:path extrusionOk="0" h="542528" w="19806841">
                  <a:moveTo>
                    <a:pt x="0" y="0"/>
                  </a:moveTo>
                  <a:lnTo>
                    <a:pt x="19806841" y="0"/>
                  </a:lnTo>
                  <a:lnTo>
                    <a:pt x="19806841" y="542528"/>
                  </a:lnTo>
                  <a:lnTo>
                    <a:pt x="0" y="542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9" name="Google Shape;439;p11"/>
            <p:cNvSpPr txBox="1"/>
            <p:nvPr/>
          </p:nvSpPr>
          <p:spPr>
            <a:xfrm>
              <a:off x="0" y="-85725"/>
              <a:ext cx="19806840" cy="628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Gestión eficiente de relaciones con clientes.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440" name="Google Shape;440;p11"/>
          <p:cNvSpPr/>
          <p:nvPr/>
        </p:nvSpPr>
        <p:spPr>
          <a:xfrm>
            <a:off x="889992" y="3483025"/>
            <a:ext cx="1271439" cy="1525786"/>
          </a:xfrm>
          <a:custGeom>
            <a:rect b="b" l="l" r="r" t="t"/>
            <a:pathLst>
              <a:path extrusionOk="0" h="1525786" w="1271439">
                <a:moveTo>
                  <a:pt x="0" y="0"/>
                </a:moveTo>
                <a:lnTo>
                  <a:pt x="1271439" y="0"/>
                </a:lnTo>
                <a:lnTo>
                  <a:pt x="1271439" y="1525786"/>
                </a:lnTo>
                <a:lnTo>
                  <a:pt x="0" y="1525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19" l="0" r="0" t="-120"/>
            </a:stretch>
          </a:blipFill>
          <a:ln>
            <a:noFill/>
          </a:ln>
        </p:spPr>
      </p:sp>
      <p:grpSp>
        <p:nvGrpSpPr>
          <p:cNvPr id="441" name="Google Shape;441;p11"/>
          <p:cNvGrpSpPr/>
          <p:nvPr/>
        </p:nvGrpSpPr>
        <p:grpSpPr>
          <a:xfrm>
            <a:off x="2542878" y="3722935"/>
            <a:ext cx="2991891" cy="388143"/>
            <a:chOff x="0" y="-19050"/>
            <a:chExt cx="3989188" cy="517525"/>
          </a:xfrm>
        </p:grpSpPr>
        <p:sp>
          <p:nvSpPr>
            <p:cNvPr id="442" name="Google Shape;442;p11"/>
            <p:cNvSpPr/>
            <p:nvPr/>
          </p:nvSpPr>
          <p:spPr>
            <a:xfrm>
              <a:off x="0" y="0"/>
              <a:ext cx="3989188" cy="498475"/>
            </a:xfrm>
            <a:custGeom>
              <a:rect b="b" l="l" r="r" t="t"/>
              <a:pathLst>
                <a:path extrusionOk="0" h="498475" w="3989188">
                  <a:moveTo>
                    <a:pt x="0" y="0"/>
                  </a:moveTo>
                  <a:lnTo>
                    <a:pt x="3989188" y="0"/>
                  </a:lnTo>
                  <a:lnTo>
                    <a:pt x="3989188" y="498475"/>
                  </a:lnTo>
                  <a:lnTo>
                    <a:pt x="0" y="498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3" name="Google Shape;443;p11"/>
            <p:cNvSpPr txBox="1"/>
            <p:nvPr/>
          </p:nvSpPr>
          <p:spPr>
            <a:xfrm>
              <a:off x="0" y="-19050"/>
              <a:ext cx="3989188" cy="5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7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E-commerce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4" name="Google Shape;444;p11"/>
          <p:cNvGrpSpPr/>
          <p:nvPr/>
        </p:nvGrpSpPr>
        <p:grpSpPr>
          <a:xfrm>
            <a:off x="2542878" y="4199335"/>
            <a:ext cx="14855131" cy="471190"/>
            <a:chOff x="0" y="-85725"/>
            <a:chExt cx="19806841" cy="628253"/>
          </a:xfrm>
        </p:grpSpPr>
        <p:sp>
          <p:nvSpPr>
            <p:cNvPr id="445" name="Google Shape;445;p11"/>
            <p:cNvSpPr/>
            <p:nvPr/>
          </p:nvSpPr>
          <p:spPr>
            <a:xfrm>
              <a:off x="0" y="0"/>
              <a:ext cx="19806841" cy="542528"/>
            </a:xfrm>
            <a:custGeom>
              <a:rect b="b" l="l" r="r" t="t"/>
              <a:pathLst>
                <a:path extrusionOk="0" h="542528" w="19806841">
                  <a:moveTo>
                    <a:pt x="0" y="0"/>
                  </a:moveTo>
                  <a:lnTo>
                    <a:pt x="19806841" y="0"/>
                  </a:lnTo>
                  <a:lnTo>
                    <a:pt x="19806841" y="542528"/>
                  </a:lnTo>
                  <a:lnTo>
                    <a:pt x="0" y="542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6" name="Google Shape;446;p11"/>
            <p:cNvSpPr txBox="1"/>
            <p:nvPr/>
          </p:nvSpPr>
          <p:spPr>
            <a:xfrm>
              <a:off x="0" y="-85725"/>
              <a:ext cx="19806840" cy="628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Plataformas y marketing digital.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447" name="Google Shape;447;p11"/>
          <p:cNvSpPr/>
          <p:nvPr/>
        </p:nvSpPr>
        <p:spPr>
          <a:xfrm>
            <a:off x="889992" y="5008810"/>
            <a:ext cx="1271439" cy="1525786"/>
          </a:xfrm>
          <a:custGeom>
            <a:rect b="b" l="l" r="r" t="t"/>
            <a:pathLst>
              <a:path extrusionOk="0" h="1525786" w="1271439">
                <a:moveTo>
                  <a:pt x="0" y="0"/>
                </a:moveTo>
                <a:lnTo>
                  <a:pt x="1271439" y="0"/>
                </a:lnTo>
                <a:lnTo>
                  <a:pt x="1271439" y="1525786"/>
                </a:lnTo>
                <a:lnTo>
                  <a:pt x="0" y="1525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19" l="0" r="0" t="-120"/>
            </a:stretch>
          </a:blipFill>
          <a:ln>
            <a:noFill/>
          </a:ln>
        </p:spPr>
      </p:sp>
      <p:grpSp>
        <p:nvGrpSpPr>
          <p:cNvPr id="448" name="Google Shape;448;p11"/>
          <p:cNvGrpSpPr/>
          <p:nvPr/>
        </p:nvGrpSpPr>
        <p:grpSpPr>
          <a:xfrm>
            <a:off x="2542878" y="5248722"/>
            <a:ext cx="2991891" cy="388143"/>
            <a:chOff x="0" y="-19050"/>
            <a:chExt cx="3989188" cy="517525"/>
          </a:xfrm>
        </p:grpSpPr>
        <p:sp>
          <p:nvSpPr>
            <p:cNvPr id="449" name="Google Shape;449;p11"/>
            <p:cNvSpPr/>
            <p:nvPr/>
          </p:nvSpPr>
          <p:spPr>
            <a:xfrm>
              <a:off x="0" y="0"/>
              <a:ext cx="3989188" cy="498475"/>
            </a:xfrm>
            <a:custGeom>
              <a:rect b="b" l="l" r="r" t="t"/>
              <a:pathLst>
                <a:path extrusionOk="0" h="498475" w="3989188">
                  <a:moveTo>
                    <a:pt x="0" y="0"/>
                  </a:moveTo>
                  <a:lnTo>
                    <a:pt x="3989188" y="0"/>
                  </a:lnTo>
                  <a:lnTo>
                    <a:pt x="3989188" y="498475"/>
                  </a:lnTo>
                  <a:lnTo>
                    <a:pt x="0" y="498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0" name="Google Shape;450;p11"/>
            <p:cNvSpPr txBox="1"/>
            <p:nvPr/>
          </p:nvSpPr>
          <p:spPr>
            <a:xfrm>
              <a:off x="0" y="-19050"/>
              <a:ext cx="3989188" cy="5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7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Automatización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" name="Google Shape;451;p11"/>
          <p:cNvGrpSpPr/>
          <p:nvPr/>
        </p:nvGrpSpPr>
        <p:grpSpPr>
          <a:xfrm>
            <a:off x="2542878" y="5725120"/>
            <a:ext cx="14855131" cy="471190"/>
            <a:chOff x="0" y="-85725"/>
            <a:chExt cx="19806841" cy="628253"/>
          </a:xfrm>
        </p:grpSpPr>
        <p:sp>
          <p:nvSpPr>
            <p:cNvPr id="452" name="Google Shape;452;p11"/>
            <p:cNvSpPr/>
            <p:nvPr/>
          </p:nvSpPr>
          <p:spPr>
            <a:xfrm>
              <a:off x="0" y="0"/>
              <a:ext cx="19806841" cy="542528"/>
            </a:xfrm>
            <a:custGeom>
              <a:rect b="b" l="l" r="r" t="t"/>
              <a:pathLst>
                <a:path extrusionOk="0" h="542528" w="19806841">
                  <a:moveTo>
                    <a:pt x="0" y="0"/>
                  </a:moveTo>
                  <a:lnTo>
                    <a:pt x="19806841" y="0"/>
                  </a:lnTo>
                  <a:lnTo>
                    <a:pt x="19806841" y="542528"/>
                  </a:lnTo>
                  <a:lnTo>
                    <a:pt x="0" y="542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3" name="Google Shape;453;p11"/>
            <p:cNvSpPr txBox="1"/>
            <p:nvPr/>
          </p:nvSpPr>
          <p:spPr>
            <a:xfrm>
              <a:off x="0" y="-85725"/>
              <a:ext cx="19806840" cy="628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IA y robótica en procesos productivos.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454" name="Google Shape;454;p11"/>
          <p:cNvSpPr/>
          <p:nvPr/>
        </p:nvSpPr>
        <p:spPr>
          <a:xfrm>
            <a:off x="889992" y="6534596"/>
            <a:ext cx="1271439" cy="1525786"/>
          </a:xfrm>
          <a:custGeom>
            <a:rect b="b" l="l" r="r" t="t"/>
            <a:pathLst>
              <a:path extrusionOk="0" h="1525786" w="1271439">
                <a:moveTo>
                  <a:pt x="0" y="0"/>
                </a:moveTo>
                <a:lnTo>
                  <a:pt x="1271439" y="0"/>
                </a:lnTo>
                <a:lnTo>
                  <a:pt x="1271439" y="1525786"/>
                </a:lnTo>
                <a:lnTo>
                  <a:pt x="0" y="1525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19" l="0" r="0" t="-120"/>
            </a:stretch>
          </a:blipFill>
          <a:ln>
            <a:noFill/>
          </a:ln>
        </p:spPr>
      </p:sp>
      <p:grpSp>
        <p:nvGrpSpPr>
          <p:cNvPr id="455" name="Google Shape;455;p11"/>
          <p:cNvGrpSpPr/>
          <p:nvPr/>
        </p:nvGrpSpPr>
        <p:grpSpPr>
          <a:xfrm>
            <a:off x="2542878" y="6774508"/>
            <a:ext cx="2991891" cy="388143"/>
            <a:chOff x="0" y="-19050"/>
            <a:chExt cx="3989188" cy="517525"/>
          </a:xfrm>
        </p:grpSpPr>
        <p:sp>
          <p:nvSpPr>
            <p:cNvPr id="456" name="Google Shape;456;p11"/>
            <p:cNvSpPr/>
            <p:nvPr/>
          </p:nvSpPr>
          <p:spPr>
            <a:xfrm>
              <a:off x="0" y="0"/>
              <a:ext cx="3989188" cy="498475"/>
            </a:xfrm>
            <a:custGeom>
              <a:rect b="b" l="l" r="r" t="t"/>
              <a:pathLst>
                <a:path extrusionOk="0" h="498475" w="3989188">
                  <a:moveTo>
                    <a:pt x="0" y="0"/>
                  </a:moveTo>
                  <a:lnTo>
                    <a:pt x="3989188" y="0"/>
                  </a:lnTo>
                  <a:lnTo>
                    <a:pt x="3989188" y="498475"/>
                  </a:lnTo>
                  <a:lnTo>
                    <a:pt x="0" y="498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7" name="Google Shape;457;p11"/>
            <p:cNvSpPr txBox="1"/>
            <p:nvPr/>
          </p:nvSpPr>
          <p:spPr>
            <a:xfrm>
              <a:off x="0" y="-19050"/>
              <a:ext cx="3989188" cy="5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7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Análisis predictivo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8" name="Google Shape;458;p11"/>
          <p:cNvGrpSpPr/>
          <p:nvPr/>
        </p:nvGrpSpPr>
        <p:grpSpPr>
          <a:xfrm>
            <a:off x="2542878" y="7250906"/>
            <a:ext cx="14855131" cy="471190"/>
            <a:chOff x="0" y="-85725"/>
            <a:chExt cx="19806841" cy="628253"/>
          </a:xfrm>
        </p:grpSpPr>
        <p:sp>
          <p:nvSpPr>
            <p:cNvPr id="459" name="Google Shape;459;p11"/>
            <p:cNvSpPr/>
            <p:nvPr/>
          </p:nvSpPr>
          <p:spPr>
            <a:xfrm>
              <a:off x="0" y="0"/>
              <a:ext cx="19806841" cy="542528"/>
            </a:xfrm>
            <a:custGeom>
              <a:rect b="b" l="l" r="r" t="t"/>
              <a:pathLst>
                <a:path extrusionOk="0" h="542528" w="19806841">
                  <a:moveTo>
                    <a:pt x="0" y="0"/>
                  </a:moveTo>
                  <a:lnTo>
                    <a:pt x="19806841" y="0"/>
                  </a:lnTo>
                  <a:lnTo>
                    <a:pt x="19806841" y="542528"/>
                  </a:lnTo>
                  <a:lnTo>
                    <a:pt x="0" y="542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0" name="Google Shape;460;p11"/>
            <p:cNvSpPr txBox="1"/>
            <p:nvPr/>
          </p:nvSpPr>
          <p:spPr>
            <a:xfrm>
              <a:off x="0" y="-85725"/>
              <a:ext cx="19806840" cy="628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Anticipar tendencias de mercado.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461" name="Google Shape;461;p11"/>
          <p:cNvSpPr/>
          <p:nvPr/>
        </p:nvSpPr>
        <p:spPr>
          <a:xfrm>
            <a:off x="889992" y="8060382"/>
            <a:ext cx="1271439" cy="1525786"/>
          </a:xfrm>
          <a:custGeom>
            <a:rect b="b" l="l" r="r" t="t"/>
            <a:pathLst>
              <a:path extrusionOk="0" h="1525786" w="1271439">
                <a:moveTo>
                  <a:pt x="0" y="0"/>
                </a:moveTo>
                <a:lnTo>
                  <a:pt x="1271439" y="0"/>
                </a:lnTo>
                <a:lnTo>
                  <a:pt x="1271439" y="1525787"/>
                </a:lnTo>
                <a:lnTo>
                  <a:pt x="0" y="1525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19" l="0" r="0" t="-120"/>
            </a:stretch>
          </a:blipFill>
          <a:ln>
            <a:noFill/>
          </a:ln>
        </p:spPr>
      </p:sp>
      <p:grpSp>
        <p:nvGrpSpPr>
          <p:cNvPr id="462" name="Google Shape;462;p11"/>
          <p:cNvGrpSpPr/>
          <p:nvPr/>
        </p:nvGrpSpPr>
        <p:grpSpPr>
          <a:xfrm>
            <a:off x="2542878" y="8300294"/>
            <a:ext cx="2991891" cy="388143"/>
            <a:chOff x="0" y="-19050"/>
            <a:chExt cx="3989188" cy="517525"/>
          </a:xfrm>
        </p:grpSpPr>
        <p:sp>
          <p:nvSpPr>
            <p:cNvPr id="463" name="Google Shape;463;p11"/>
            <p:cNvSpPr/>
            <p:nvPr/>
          </p:nvSpPr>
          <p:spPr>
            <a:xfrm>
              <a:off x="0" y="0"/>
              <a:ext cx="3989188" cy="498475"/>
            </a:xfrm>
            <a:custGeom>
              <a:rect b="b" l="l" r="r" t="t"/>
              <a:pathLst>
                <a:path extrusionOk="0" h="498475" w="3989188">
                  <a:moveTo>
                    <a:pt x="0" y="0"/>
                  </a:moveTo>
                  <a:lnTo>
                    <a:pt x="3989188" y="0"/>
                  </a:lnTo>
                  <a:lnTo>
                    <a:pt x="3989188" y="498475"/>
                  </a:lnTo>
                  <a:lnTo>
                    <a:pt x="0" y="498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4" name="Google Shape;464;p11"/>
            <p:cNvSpPr txBox="1"/>
            <p:nvPr/>
          </p:nvSpPr>
          <p:spPr>
            <a:xfrm>
              <a:off x="0" y="-19050"/>
              <a:ext cx="3989188" cy="5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7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Teletrabajo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11"/>
          <p:cNvGrpSpPr/>
          <p:nvPr/>
        </p:nvGrpSpPr>
        <p:grpSpPr>
          <a:xfrm>
            <a:off x="2542878" y="8776692"/>
            <a:ext cx="14855131" cy="471190"/>
            <a:chOff x="0" y="-85725"/>
            <a:chExt cx="19806841" cy="628253"/>
          </a:xfrm>
        </p:grpSpPr>
        <p:sp>
          <p:nvSpPr>
            <p:cNvPr id="466" name="Google Shape;466;p11"/>
            <p:cNvSpPr/>
            <p:nvPr/>
          </p:nvSpPr>
          <p:spPr>
            <a:xfrm>
              <a:off x="0" y="0"/>
              <a:ext cx="19806841" cy="542528"/>
            </a:xfrm>
            <a:custGeom>
              <a:rect b="b" l="l" r="r" t="t"/>
              <a:pathLst>
                <a:path extrusionOk="0" h="542528" w="19806841">
                  <a:moveTo>
                    <a:pt x="0" y="0"/>
                  </a:moveTo>
                  <a:lnTo>
                    <a:pt x="19806841" y="0"/>
                  </a:lnTo>
                  <a:lnTo>
                    <a:pt x="19806841" y="542528"/>
                  </a:lnTo>
                  <a:lnTo>
                    <a:pt x="0" y="542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7" name="Google Shape;467;p11"/>
            <p:cNvSpPr txBox="1"/>
            <p:nvPr/>
          </p:nvSpPr>
          <p:spPr>
            <a:xfrm>
              <a:off x="0" y="-85725"/>
              <a:ext cx="19806840" cy="628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Colaboración remota con herramientas digitales.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477" name="Google Shape;477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grpSp>
        <p:nvGrpSpPr>
          <p:cNvPr id="478" name="Google Shape;478;p12"/>
          <p:cNvGrpSpPr/>
          <p:nvPr/>
        </p:nvGrpSpPr>
        <p:grpSpPr>
          <a:xfrm>
            <a:off x="1047155" y="3530204"/>
            <a:ext cx="9761190" cy="901452"/>
            <a:chOff x="0" y="-28575"/>
            <a:chExt cx="13014920" cy="1201937"/>
          </a:xfrm>
        </p:grpSpPr>
        <p:sp>
          <p:nvSpPr>
            <p:cNvPr id="479" name="Google Shape;479;p12"/>
            <p:cNvSpPr/>
            <p:nvPr/>
          </p:nvSpPr>
          <p:spPr>
            <a:xfrm>
              <a:off x="0" y="0"/>
              <a:ext cx="13014920" cy="1173362"/>
            </a:xfrm>
            <a:custGeom>
              <a:rect b="b" l="l" r="r" t="t"/>
              <a:pathLst>
                <a:path extrusionOk="0" h="1173362" w="13014920">
                  <a:moveTo>
                    <a:pt x="0" y="0"/>
                  </a:moveTo>
                  <a:lnTo>
                    <a:pt x="13014920" y="0"/>
                  </a:lnTo>
                  <a:lnTo>
                    <a:pt x="13014920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0" name="Google Shape;480;p12"/>
            <p:cNvSpPr txBox="1"/>
            <p:nvPr/>
          </p:nvSpPr>
          <p:spPr>
            <a:xfrm>
              <a:off x="0" y="-28575"/>
              <a:ext cx="13014920" cy="1201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Sistemas en Negocios Globales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1" name="Google Shape;481;p12"/>
          <p:cNvGrpSpPr/>
          <p:nvPr/>
        </p:nvGrpSpPr>
        <p:grpSpPr>
          <a:xfrm>
            <a:off x="1047155" y="4913560"/>
            <a:ext cx="7731919" cy="550218"/>
            <a:chOff x="0" y="-95250"/>
            <a:chExt cx="10309225" cy="733623"/>
          </a:xfrm>
        </p:grpSpPr>
        <p:sp>
          <p:nvSpPr>
            <p:cNvPr id="482" name="Google Shape;482;p12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3" name="Google Shape;483;p12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F9EEE7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Sistemas integrados para multinacionales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4" name="Google Shape;484;p12"/>
          <p:cNvGrpSpPr/>
          <p:nvPr/>
        </p:nvGrpSpPr>
        <p:grpSpPr>
          <a:xfrm>
            <a:off x="1047155" y="5496966"/>
            <a:ext cx="7731919" cy="550218"/>
            <a:chOff x="0" y="-95250"/>
            <a:chExt cx="10309225" cy="733623"/>
          </a:xfrm>
        </p:grpSpPr>
        <p:sp>
          <p:nvSpPr>
            <p:cNvPr id="485" name="Google Shape;485;p12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6" name="Google Shape;486;p12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F9EEE7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ERP para gestión global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" name="Google Shape;487;p12"/>
          <p:cNvGrpSpPr/>
          <p:nvPr/>
        </p:nvGrpSpPr>
        <p:grpSpPr>
          <a:xfrm>
            <a:off x="1047155" y="6080372"/>
            <a:ext cx="7731919" cy="550218"/>
            <a:chOff x="0" y="-95250"/>
            <a:chExt cx="10309225" cy="733623"/>
          </a:xfrm>
        </p:grpSpPr>
        <p:sp>
          <p:nvSpPr>
            <p:cNvPr id="488" name="Google Shape;488;p12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9" name="Google Shape;489;p12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F9EEE7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Cadenas de suministro digitalizadas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0" name="Google Shape;490;p12"/>
          <p:cNvGrpSpPr/>
          <p:nvPr/>
        </p:nvGrpSpPr>
        <p:grpSpPr>
          <a:xfrm>
            <a:off x="9518451" y="4913560"/>
            <a:ext cx="7731919" cy="550218"/>
            <a:chOff x="0" y="-95250"/>
            <a:chExt cx="10309225" cy="733623"/>
          </a:xfrm>
        </p:grpSpPr>
        <p:sp>
          <p:nvSpPr>
            <p:cNvPr id="491" name="Google Shape;491;p12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2" name="Google Shape;492;p12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F9EEE7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Comunicación multicultural y multilingüe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12"/>
          <p:cNvGrpSpPr/>
          <p:nvPr/>
        </p:nvGrpSpPr>
        <p:grpSpPr>
          <a:xfrm>
            <a:off x="9518451" y="5496966"/>
            <a:ext cx="7731919" cy="550218"/>
            <a:chOff x="0" y="-95250"/>
            <a:chExt cx="10309225" cy="733623"/>
          </a:xfrm>
        </p:grpSpPr>
        <p:sp>
          <p:nvSpPr>
            <p:cNvPr id="494" name="Google Shape;494;p12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5" name="Google Shape;495;p12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F9EEE7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Plataformas colaborativas internacionales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505" name="Google Shape;505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grpSp>
        <p:nvGrpSpPr>
          <p:cNvPr id="506" name="Google Shape;506;p13"/>
          <p:cNvGrpSpPr/>
          <p:nvPr/>
        </p:nvGrpSpPr>
        <p:grpSpPr>
          <a:xfrm>
            <a:off x="905321" y="689819"/>
            <a:ext cx="6086624" cy="782241"/>
            <a:chOff x="0" y="-28575"/>
            <a:chExt cx="8115498" cy="1042988"/>
          </a:xfrm>
        </p:grpSpPr>
        <p:sp>
          <p:nvSpPr>
            <p:cNvPr id="507" name="Google Shape;507;p13"/>
            <p:cNvSpPr/>
            <p:nvPr/>
          </p:nvSpPr>
          <p:spPr>
            <a:xfrm>
              <a:off x="0" y="0"/>
              <a:ext cx="8115498" cy="1014413"/>
            </a:xfrm>
            <a:custGeom>
              <a:rect b="b" l="l" r="r" t="t"/>
              <a:pathLst>
                <a:path extrusionOk="0" h="1014413" w="8115498">
                  <a:moveTo>
                    <a:pt x="0" y="0"/>
                  </a:moveTo>
                  <a:lnTo>
                    <a:pt x="8115498" y="0"/>
                  </a:lnTo>
                  <a:lnTo>
                    <a:pt x="8115498" y="1014413"/>
                  </a:lnTo>
                  <a:lnTo>
                    <a:pt x="0" y="10144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8" name="Google Shape;508;p13"/>
            <p:cNvSpPr txBox="1"/>
            <p:nvPr/>
          </p:nvSpPr>
          <p:spPr>
            <a:xfrm>
              <a:off x="0" y="-28575"/>
              <a:ext cx="8115498" cy="1042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50"/>
                <a:buFont typeface="Arial"/>
                <a:buNone/>
              </a:pPr>
              <a:r>
                <a:rPr b="0" i="0" lang="en-US" sz="4750" u="none" cap="none" strike="noStrike">
                  <a:solidFill>
                    <a:srgbClr val="FFD9B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Futuro de las 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509" name="Google Shape;509;p13"/>
          <p:cNvSpPr/>
          <p:nvPr/>
        </p:nvSpPr>
        <p:spPr>
          <a:xfrm>
            <a:off x="4209009" y="1989385"/>
            <a:ext cx="1631156" cy="1466553"/>
          </a:xfrm>
          <a:custGeom>
            <a:rect b="b" l="l" r="r" t="t"/>
            <a:pathLst>
              <a:path extrusionOk="0" h="1466553" w="1631156">
                <a:moveTo>
                  <a:pt x="0" y="0"/>
                </a:moveTo>
                <a:lnTo>
                  <a:pt x="1631156" y="0"/>
                </a:lnTo>
                <a:lnTo>
                  <a:pt x="1631156" y="1466553"/>
                </a:lnTo>
                <a:lnTo>
                  <a:pt x="0" y="1466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" l="0" r="0" t="-80"/>
            </a:stretch>
          </a:blipFill>
          <a:ln>
            <a:noFill/>
          </a:ln>
        </p:spPr>
      </p:sp>
      <p:grpSp>
        <p:nvGrpSpPr>
          <p:cNvPr id="510" name="Google Shape;510;p13"/>
          <p:cNvGrpSpPr/>
          <p:nvPr/>
        </p:nvGrpSpPr>
        <p:grpSpPr>
          <a:xfrm>
            <a:off x="4842719" y="2583507"/>
            <a:ext cx="363736" cy="547539"/>
            <a:chOff x="0" y="-123825"/>
            <a:chExt cx="484982" cy="730052"/>
          </a:xfrm>
        </p:grpSpPr>
        <p:sp>
          <p:nvSpPr>
            <p:cNvPr id="511" name="Google Shape;511;p13"/>
            <p:cNvSpPr/>
            <p:nvPr/>
          </p:nvSpPr>
          <p:spPr>
            <a:xfrm>
              <a:off x="0" y="0"/>
              <a:ext cx="484982" cy="606227"/>
            </a:xfrm>
            <a:custGeom>
              <a:rect b="b" l="l" r="r" t="t"/>
              <a:pathLst>
                <a:path extrusionOk="0" h="606227" w="484982">
                  <a:moveTo>
                    <a:pt x="0" y="0"/>
                  </a:moveTo>
                  <a:lnTo>
                    <a:pt x="484982" y="0"/>
                  </a:lnTo>
                  <a:lnTo>
                    <a:pt x="484982" y="606227"/>
                  </a:lnTo>
                  <a:lnTo>
                    <a:pt x="0" y="6062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2" name="Google Shape;512;p13"/>
            <p:cNvSpPr txBox="1"/>
            <p:nvPr/>
          </p:nvSpPr>
          <p:spPr>
            <a:xfrm>
              <a:off x="0" y="-123825"/>
              <a:ext cx="484982" cy="730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22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12"/>
                <a:buFont typeface="Arial"/>
                <a:buNone/>
              </a:pPr>
              <a:r>
                <a:rPr b="0" i="0" lang="en-US" sz="28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" name="Google Shape;513;p13"/>
          <p:cNvGrpSpPr/>
          <p:nvPr/>
        </p:nvGrpSpPr>
        <p:grpSpPr>
          <a:xfrm>
            <a:off x="6098827" y="2240905"/>
            <a:ext cx="3043238" cy="387549"/>
            <a:chOff x="0" y="-9525"/>
            <a:chExt cx="4057650" cy="516732"/>
          </a:xfrm>
        </p:grpSpPr>
        <p:sp>
          <p:nvSpPr>
            <p:cNvPr id="514" name="Google Shape;514;p13"/>
            <p:cNvSpPr/>
            <p:nvPr/>
          </p:nvSpPr>
          <p:spPr>
            <a:xfrm>
              <a:off x="0" y="0"/>
              <a:ext cx="4057650" cy="507207"/>
            </a:xfrm>
            <a:custGeom>
              <a:rect b="b" l="l" r="r" t="t"/>
              <a:pathLst>
                <a:path extrusionOk="0" h="507207" w="4057650">
                  <a:moveTo>
                    <a:pt x="0" y="0"/>
                  </a:moveTo>
                  <a:lnTo>
                    <a:pt x="4057650" y="0"/>
                  </a:lnTo>
                  <a:lnTo>
                    <a:pt x="4057650" y="507207"/>
                  </a:lnTo>
                  <a:lnTo>
                    <a:pt x="0" y="5072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5" name="Google Shape;515;p13"/>
            <p:cNvSpPr txBox="1"/>
            <p:nvPr/>
          </p:nvSpPr>
          <p:spPr>
            <a:xfrm>
              <a:off x="0" y="-9525"/>
              <a:ext cx="4057650" cy="516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366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0" i="0" lang="en-US" sz="2375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Inteligencia Artificial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" name="Google Shape;516;p13"/>
          <p:cNvGrpSpPr/>
          <p:nvPr/>
        </p:nvGrpSpPr>
        <p:grpSpPr>
          <a:xfrm>
            <a:off x="6098827" y="2712095"/>
            <a:ext cx="5444579" cy="485179"/>
            <a:chOff x="0" y="-95250"/>
            <a:chExt cx="7259438" cy="646907"/>
          </a:xfrm>
        </p:grpSpPr>
        <p:sp>
          <p:nvSpPr>
            <p:cNvPr id="517" name="Google Shape;517;p13"/>
            <p:cNvSpPr/>
            <p:nvPr/>
          </p:nvSpPr>
          <p:spPr>
            <a:xfrm>
              <a:off x="0" y="0"/>
              <a:ext cx="7259438" cy="551657"/>
            </a:xfrm>
            <a:custGeom>
              <a:rect b="b" l="l" r="r" t="t"/>
              <a:pathLst>
                <a:path extrusionOk="0" h="551657" w="7259438">
                  <a:moveTo>
                    <a:pt x="0" y="0"/>
                  </a:moveTo>
                  <a:lnTo>
                    <a:pt x="7259438" y="0"/>
                  </a:lnTo>
                  <a:lnTo>
                    <a:pt x="7259438" y="551657"/>
                  </a:lnTo>
                  <a:lnTo>
                    <a:pt x="0" y="551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8" name="Google Shape;518;p13"/>
            <p:cNvSpPr txBox="1"/>
            <p:nvPr/>
          </p:nvSpPr>
          <p:spPr>
            <a:xfrm>
              <a:off x="0" y="-95250"/>
              <a:ext cx="7259438" cy="646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Integrada en todos los procesos empresariales.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9" name="Google Shape;519;p13"/>
          <p:cNvSpPr/>
          <p:nvPr/>
        </p:nvSpPr>
        <p:spPr>
          <a:xfrm>
            <a:off x="5904756" y="3476327"/>
            <a:ext cx="11413331" cy="14288"/>
          </a:xfrm>
          <a:custGeom>
            <a:rect b="b" l="l" r="r" t="t"/>
            <a:pathLst>
              <a:path extrusionOk="0" h="19050" w="15217775">
                <a:moveTo>
                  <a:pt x="0" y="9525"/>
                </a:moveTo>
                <a:cubicBezTo>
                  <a:pt x="0" y="4318"/>
                  <a:pt x="4318" y="0"/>
                  <a:pt x="9525" y="0"/>
                </a:cubicBezTo>
                <a:lnTo>
                  <a:pt x="15208250" y="0"/>
                </a:lnTo>
                <a:cubicBezTo>
                  <a:pt x="15213457" y="0"/>
                  <a:pt x="15217775" y="4318"/>
                  <a:pt x="15217775" y="9525"/>
                </a:cubicBezTo>
                <a:cubicBezTo>
                  <a:pt x="15217775" y="14732"/>
                  <a:pt x="15213457" y="19050"/>
                  <a:pt x="15208250" y="19050"/>
                </a:cubicBezTo>
                <a:lnTo>
                  <a:pt x="9525" y="19050"/>
                </a:lnTo>
                <a:cubicBezTo>
                  <a:pt x="4318" y="19050"/>
                  <a:pt x="0" y="14732"/>
                  <a:pt x="0" y="9525"/>
                </a:cubicBezTo>
                <a:close/>
              </a:path>
            </a:pathLst>
          </a:custGeom>
          <a:solidFill>
            <a:srgbClr val="4A6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520" name="Google Shape;520;p13"/>
          <p:cNvSpPr/>
          <p:nvPr/>
        </p:nvSpPr>
        <p:spPr>
          <a:xfrm>
            <a:off x="3393281" y="3520529"/>
            <a:ext cx="3262461" cy="1466552"/>
          </a:xfrm>
          <a:custGeom>
            <a:rect b="b" l="l" r="r" t="t"/>
            <a:pathLst>
              <a:path extrusionOk="0" h="1466552" w="3262461">
                <a:moveTo>
                  <a:pt x="0" y="0"/>
                </a:moveTo>
                <a:lnTo>
                  <a:pt x="3262461" y="0"/>
                </a:lnTo>
                <a:lnTo>
                  <a:pt x="3262461" y="1466552"/>
                </a:lnTo>
                <a:lnTo>
                  <a:pt x="0" y="1466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6" r="-58" t="0"/>
            </a:stretch>
          </a:blipFill>
          <a:ln>
            <a:noFill/>
          </a:ln>
        </p:spPr>
      </p:sp>
      <p:grpSp>
        <p:nvGrpSpPr>
          <p:cNvPr id="521" name="Google Shape;521;p13"/>
          <p:cNvGrpSpPr/>
          <p:nvPr/>
        </p:nvGrpSpPr>
        <p:grpSpPr>
          <a:xfrm>
            <a:off x="4842570" y="3933527"/>
            <a:ext cx="363736" cy="547539"/>
            <a:chOff x="0" y="-123825"/>
            <a:chExt cx="484982" cy="730052"/>
          </a:xfrm>
        </p:grpSpPr>
        <p:sp>
          <p:nvSpPr>
            <p:cNvPr id="522" name="Google Shape;522;p13"/>
            <p:cNvSpPr/>
            <p:nvPr/>
          </p:nvSpPr>
          <p:spPr>
            <a:xfrm>
              <a:off x="0" y="0"/>
              <a:ext cx="484982" cy="606227"/>
            </a:xfrm>
            <a:custGeom>
              <a:rect b="b" l="l" r="r" t="t"/>
              <a:pathLst>
                <a:path extrusionOk="0" h="606227" w="484982">
                  <a:moveTo>
                    <a:pt x="0" y="0"/>
                  </a:moveTo>
                  <a:lnTo>
                    <a:pt x="484982" y="0"/>
                  </a:lnTo>
                  <a:lnTo>
                    <a:pt x="484982" y="606227"/>
                  </a:lnTo>
                  <a:lnTo>
                    <a:pt x="0" y="6062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3" name="Google Shape;523;p13"/>
            <p:cNvSpPr txBox="1"/>
            <p:nvPr/>
          </p:nvSpPr>
          <p:spPr>
            <a:xfrm>
              <a:off x="0" y="-123825"/>
              <a:ext cx="484982" cy="730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22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12"/>
                <a:buFont typeface="Arial"/>
                <a:buNone/>
              </a:pPr>
              <a:r>
                <a:rPr b="0" i="0" lang="en-US" sz="28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4" name="Google Shape;524;p13"/>
          <p:cNvGrpSpPr/>
          <p:nvPr/>
        </p:nvGrpSpPr>
        <p:grpSpPr>
          <a:xfrm>
            <a:off x="6914406" y="3772048"/>
            <a:ext cx="3043237" cy="387549"/>
            <a:chOff x="0" y="-9525"/>
            <a:chExt cx="4057650" cy="516732"/>
          </a:xfrm>
        </p:grpSpPr>
        <p:sp>
          <p:nvSpPr>
            <p:cNvPr id="525" name="Google Shape;525;p13"/>
            <p:cNvSpPr/>
            <p:nvPr/>
          </p:nvSpPr>
          <p:spPr>
            <a:xfrm>
              <a:off x="0" y="0"/>
              <a:ext cx="4057650" cy="507207"/>
            </a:xfrm>
            <a:custGeom>
              <a:rect b="b" l="l" r="r" t="t"/>
              <a:pathLst>
                <a:path extrusionOk="0" h="507207" w="4057650">
                  <a:moveTo>
                    <a:pt x="0" y="0"/>
                  </a:moveTo>
                  <a:lnTo>
                    <a:pt x="4057650" y="0"/>
                  </a:lnTo>
                  <a:lnTo>
                    <a:pt x="4057650" y="507207"/>
                  </a:lnTo>
                  <a:lnTo>
                    <a:pt x="0" y="5072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6" name="Google Shape;526;p13"/>
            <p:cNvSpPr txBox="1"/>
            <p:nvPr/>
          </p:nvSpPr>
          <p:spPr>
            <a:xfrm>
              <a:off x="0" y="-9525"/>
              <a:ext cx="4057650" cy="516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366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0" i="0" lang="en-US" sz="2375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Realidad Aumentada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7" name="Google Shape;527;p13"/>
          <p:cNvGrpSpPr/>
          <p:nvPr/>
        </p:nvGrpSpPr>
        <p:grpSpPr>
          <a:xfrm>
            <a:off x="6914406" y="4243239"/>
            <a:ext cx="5093791" cy="485179"/>
            <a:chOff x="0" y="-95250"/>
            <a:chExt cx="6791722" cy="646907"/>
          </a:xfrm>
        </p:grpSpPr>
        <p:sp>
          <p:nvSpPr>
            <p:cNvPr id="528" name="Google Shape;528;p13"/>
            <p:cNvSpPr/>
            <p:nvPr/>
          </p:nvSpPr>
          <p:spPr>
            <a:xfrm>
              <a:off x="0" y="0"/>
              <a:ext cx="6791722" cy="551657"/>
            </a:xfrm>
            <a:custGeom>
              <a:rect b="b" l="l" r="r" t="t"/>
              <a:pathLst>
                <a:path extrusionOk="0" h="551657" w="6791722">
                  <a:moveTo>
                    <a:pt x="0" y="0"/>
                  </a:moveTo>
                  <a:lnTo>
                    <a:pt x="6791722" y="0"/>
                  </a:lnTo>
                  <a:lnTo>
                    <a:pt x="6791722" y="551657"/>
                  </a:lnTo>
                  <a:lnTo>
                    <a:pt x="0" y="551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9" name="Google Shape;529;p13"/>
            <p:cNvSpPr txBox="1"/>
            <p:nvPr/>
          </p:nvSpPr>
          <p:spPr>
            <a:xfrm>
              <a:off x="0" y="-95250"/>
              <a:ext cx="6791722" cy="646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Para capacitación y operaciones inmersivas.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0" name="Google Shape;530;p13"/>
          <p:cNvSpPr/>
          <p:nvPr/>
        </p:nvSpPr>
        <p:spPr>
          <a:xfrm>
            <a:off x="6720334" y="5007471"/>
            <a:ext cx="10597801" cy="14288"/>
          </a:xfrm>
          <a:custGeom>
            <a:rect b="b" l="l" r="r" t="t"/>
            <a:pathLst>
              <a:path extrusionOk="0" h="19050" w="14130401">
                <a:moveTo>
                  <a:pt x="0" y="9525"/>
                </a:moveTo>
                <a:cubicBezTo>
                  <a:pt x="0" y="4318"/>
                  <a:pt x="4318" y="0"/>
                  <a:pt x="9525" y="0"/>
                </a:cubicBezTo>
                <a:lnTo>
                  <a:pt x="14120876" y="0"/>
                </a:lnTo>
                <a:cubicBezTo>
                  <a:pt x="14126083" y="0"/>
                  <a:pt x="14130401" y="4318"/>
                  <a:pt x="14130401" y="9525"/>
                </a:cubicBezTo>
                <a:cubicBezTo>
                  <a:pt x="14130401" y="14732"/>
                  <a:pt x="14126083" y="19050"/>
                  <a:pt x="14120876" y="19050"/>
                </a:cubicBezTo>
                <a:lnTo>
                  <a:pt x="9525" y="19050"/>
                </a:lnTo>
                <a:cubicBezTo>
                  <a:pt x="4318" y="19050"/>
                  <a:pt x="0" y="14732"/>
                  <a:pt x="0" y="9525"/>
                </a:cubicBezTo>
                <a:close/>
              </a:path>
            </a:pathLst>
          </a:custGeom>
          <a:solidFill>
            <a:srgbClr val="4A6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531" name="Google Shape;531;p13"/>
          <p:cNvSpPr/>
          <p:nvPr/>
        </p:nvSpPr>
        <p:spPr>
          <a:xfrm>
            <a:off x="2577704" y="5051672"/>
            <a:ext cx="4893766" cy="1466552"/>
          </a:xfrm>
          <a:custGeom>
            <a:rect b="b" l="l" r="r" t="t"/>
            <a:pathLst>
              <a:path extrusionOk="0" h="1466552" w="4893766">
                <a:moveTo>
                  <a:pt x="0" y="0"/>
                </a:moveTo>
                <a:lnTo>
                  <a:pt x="4893766" y="0"/>
                </a:lnTo>
                <a:lnTo>
                  <a:pt x="4893766" y="1466553"/>
                </a:lnTo>
                <a:lnTo>
                  <a:pt x="0" y="1466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9" r="-7" t="0"/>
            </a:stretch>
          </a:blipFill>
          <a:ln>
            <a:noFill/>
          </a:ln>
        </p:spPr>
      </p:sp>
      <p:grpSp>
        <p:nvGrpSpPr>
          <p:cNvPr id="532" name="Google Shape;532;p13"/>
          <p:cNvGrpSpPr/>
          <p:nvPr/>
        </p:nvGrpSpPr>
        <p:grpSpPr>
          <a:xfrm>
            <a:off x="4842719" y="5464671"/>
            <a:ext cx="363736" cy="547539"/>
            <a:chOff x="0" y="-123825"/>
            <a:chExt cx="484982" cy="730052"/>
          </a:xfrm>
        </p:grpSpPr>
        <p:sp>
          <p:nvSpPr>
            <p:cNvPr id="533" name="Google Shape;533;p13"/>
            <p:cNvSpPr/>
            <p:nvPr/>
          </p:nvSpPr>
          <p:spPr>
            <a:xfrm>
              <a:off x="0" y="0"/>
              <a:ext cx="484982" cy="606227"/>
            </a:xfrm>
            <a:custGeom>
              <a:rect b="b" l="l" r="r" t="t"/>
              <a:pathLst>
                <a:path extrusionOk="0" h="606227" w="484982">
                  <a:moveTo>
                    <a:pt x="0" y="0"/>
                  </a:moveTo>
                  <a:lnTo>
                    <a:pt x="484982" y="0"/>
                  </a:lnTo>
                  <a:lnTo>
                    <a:pt x="484982" y="606227"/>
                  </a:lnTo>
                  <a:lnTo>
                    <a:pt x="0" y="6062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4" name="Google Shape;534;p13"/>
            <p:cNvSpPr txBox="1"/>
            <p:nvPr/>
          </p:nvSpPr>
          <p:spPr>
            <a:xfrm>
              <a:off x="0" y="-123825"/>
              <a:ext cx="484982" cy="730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22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12"/>
                <a:buFont typeface="Arial"/>
                <a:buNone/>
              </a:pPr>
              <a:r>
                <a:rPr b="0" i="0" lang="en-US" sz="28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" name="Google Shape;535;p13"/>
          <p:cNvGrpSpPr/>
          <p:nvPr/>
        </p:nvGrpSpPr>
        <p:grpSpPr>
          <a:xfrm>
            <a:off x="7730132" y="5303192"/>
            <a:ext cx="3043238" cy="387549"/>
            <a:chOff x="0" y="-9525"/>
            <a:chExt cx="4057650" cy="516732"/>
          </a:xfrm>
        </p:grpSpPr>
        <p:sp>
          <p:nvSpPr>
            <p:cNvPr id="536" name="Google Shape;536;p13"/>
            <p:cNvSpPr/>
            <p:nvPr/>
          </p:nvSpPr>
          <p:spPr>
            <a:xfrm>
              <a:off x="0" y="0"/>
              <a:ext cx="4057650" cy="507207"/>
            </a:xfrm>
            <a:custGeom>
              <a:rect b="b" l="l" r="r" t="t"/>
              <a:pathLst>
                <a:path extrusionOk="0" h="507207" w="4057650">
                  <a:moveTo>
                    <a:pt x="0" y="0"/>
                  </a:moveTo>
                  <a:lnTo>
                    <a:pt x="4057650" y="0"/>
                  </a:lnTo>
                  <a:lnTo>
                    <a:pt x="4057650" y="507207"/>
                  </a:lnTo>
                  <a:lnTo>
                    <a:pt x="0" y="5072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7" name="Google Shape;537;p13"/>
            <p:cNvSpPr txBox="1"/>
            <p:nvPr/>
          </p:nvSpPr>
          <p:spPr>
            <a:xfrm>
              <a:off x="0" y="-9525"/>
              <a:ext cx="4057650" cy="516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366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0" i="0" lang="en-US" sz="2375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Blockchain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8" name="Google Shape;538;p13"/>
          <p:cNvGrpSpPr/>
          <p:nvPr/>
        </p:nvGrpSpPr>
        <p:grpSpPr>
          <a:xfrm>
            <a:off x="7730132" y="5774383"/>
            <a:ext cx="4499819" cy="485179"/>
            <a:chOff x="0" y="-95250"/>
            <a:chExt cx="5999758" cy="646907"/>
          </a:xfrm>
        </p:grpSpPr>
        <p:sp>
          <p:nvSpPr>
            <p:cNvPr id="539" name="Google Shape;539;p13"/>
            <p:cNvSpPr/>
            <p:nvPr/>
          </p:nvSpPr>
          <p:spPr>
            <a:xfrm>
              <a:off x="0" y="0"/>
              <a:ext cx="5999758" cy="551657"/>
            </a:xfrm>
            <a:custGeom>
              <a:rect b="b" l="l" r="r" t="t"/>
              <a:pathLst>
                <a:path extrusionOk="0" h="551657" w="5999758">
                  <a:moveTo>
                    <a:pt x="0" y="0"/>
                  </a:moveTo>
                  <a:lnTo>
                    <a:pt x="5999758" y="0"/>
                  </a:lnTo>
                  <a:lnTo>
                    <a:pt x="5999758" y="551657"/>
                  </a:lnTo>
                  <a:lnTo>
                    <a:pt x="0" y="551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0" name="Google Shape;540;p13"/>
            <p:cNvSpPr txBox="1"/>
            <p:nvPr/>
          </p:nvSpPr>
          <p:spPr>
            <a:xfrm>
              <a:off x="0" y="-95250"/>
              <a:ext cx="5999758" cy="646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Transacciones seguras y transparentes.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1" name="Google Shape;541;p13"/>
          <p:cNvSpPr/>
          <p:nvPr/>
        </p:nvSpPr>
        <p:spPr>
          <a:xfrm>
            <a:off x="7536061" y="6538615"/>
            <a:ext cx="9781984" cy="14288"/>
          </a:xfrm>
          <a:custGeom>
            <a:rect b="b" l="l" r="r" t="t"/>
            <a:pathLst>
              <a:path extrusionOk="0" h="19050" w="13042646">
                <a:moveTo>
                  <a:pt x="0" y="9525"/>
                </a:moveTo>
                <a:cubicBezTo>
                  <a:pt x="0" y="4318"/>
                  <a:pt x="4318" y="0"/>
                  <a:pt x="9525" y="0"/>
                </a:cubicBezTo>
                <a:lnTo>
                  <a:pt x="13033121" y="0"/>
                </a:lnTo>
                <a:cubicBezTo>
                  <a:pt x="13038328" y="0"/>
                  <a:pt x="13042646" y="4318"/>
                  <a:pt x="13042646" y="9525"/>
                </a:cubicBezTo>
                <a:cubicBezTo>
                  <a:pt x="13042646" y="14732"/>
                  <a:pt x="13038328" y="19050"/>
                  <a:pt x="13033121" y="19050"/>
                </a:cubicBezTo>
                <a:lnTo>
                  <a:pt x="9525" y="19050"/>
                </a:lnTo>
                <a:cubicBezTo>
                  <a:pt x="4318" y="19050"/>
                  <a:pt x="0" y="14732"/>
                  <a:pt x="0" y="9525"/>
                </a:cubicBezTo>
                <a:close/>
              </a:path>
            </a:pathLst>
          </a:custGeom>
          <a:solidFill>
            <a:srgbClr val="4A6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542" name="Google Shape;542;p13"/>
          <p:cNvSpPr/>
          <p:nvPr/>
        </p:nvSpPr>
        <p:spPr>
          <a:xfrm>
            <a:off x="1762125" y="6582816"/>
            <a:ext cx="6524922" cy="1466553"/>
          </a:xfrm>
          <a:custGeom>
            <a:rect b="b" l="l" r="r" t="t"/>
            <a:pathLst>
              <a:path extrusionOk="0" h="1466553" w="6524922">
                <a:moveTo>
                  <a:pt x="0" y="0"/>
                </a:moveTo>
                <a:lnTo>
                  <a:pt x="6524922" y="0"/>
                </a:lnTo>
                <a:lnTo>
                  <a:pt x="6524922" y="1466553"/>
                </a:lnTo>
                <a:lnTo>
                  <a:pt x="0" y="1466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8" l="0" r="0" t="-10"/>
            </a:stretch>
          </a:blipFill>
          <a:ln>
            <a:noFill/>
          </a:ln>
        </p:spPr>
      </p:sp>
      <p:grpSp>
        <p:nvGrpSpPr>
          <p:cNvPr id="543" name="Google Shape;543;p13"/>
          <p:cNvGrpSpPr/>
          <p:nvPr/>
        </p:nvGrpSpPr>
        <p:grpSpPr>
          <a:xfrm>
            <a:off x="4842570" y="6995815"/>
            <a:ext cx="363736" cy="547539"/>
            <a:chOff x="0" y="-123825"/>
            <a:chExt cx="484982" cy="730052"/>
          </a:xfrm>
        </p:grpSpPr>
        <p:sp>
          <p:nvSpPr>
            <p:cNvPr id="544" name="Google Shape;544;p13"/>
            <p:cNvSpPr/>
            <p:nvPr/>
          </p:nvSpPr>
          <p:spPr>
            <a:xfrm>
              <a:off x="0" y="0"/>
              <a:ext cx="484982" cy="606227"/>
            </a:xfrm>
            <a:custGeom>
              <a:rect b="b" l="l" r="r" t="t"/>
              <a:pathLst>
                <a:path extrusionOk="0" h="606227" w="484982">
                  <a:moveTo>
                    <a:pt x="0" y="0"/>
                  </a:moveTo>
                  <a:lnTo>
                    <a:pt x="484982" y="0"/>
                  </a:lnTo>
                  <a:lnTo>
                    <a:pt x="484982" y="606227"/>
                  </a:lnTo>
                  <a:lnTo>
                    <a:pt x="0" y="6062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5" name="Google Shape;545;p13"/>
            <p:cNvSpPr txBox="1"/>
            <p:nvPr/>
          </p:nvSpPr>
          <p:spPr>
            <a:xfrm>
              <a:off x="0" y="-123825"/>
              <a:ext cx="484982" cy="730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22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12"/>
                <a:buFont typeface="Arial"/>
                <a:buNone/>
              </a:pPr>
              <a:r>
                <a:rPr b="0" i="0" lang="en-US" sz="28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6" name="Google Shape;546;p13"/>
          <p:cNvGrpSpPr/>
          <p:nvPr/>
        </p:nvGrpSpPr>
        <p:grpSpPr>
          <a:xfrm>
            <a:off x="8545711" y="6834336"/>
            <a:ext cx="3148012" cy="387549"/>
            <a:chOff x="0" y="-9525"/>
            <a:chExt cx="4197350" cy="516732"/>
          </a:xfrm>
        </p:grpSpPr>
        <p:sp>
          <p:nvSpPr>
            <p:cNvPr id="547" name="Google Shape;547;p13"/>
            <p:cNvSpPr/>
            <p:nvPr/>
          </p:nvSpPr>
          <p:spPr>
            <a:xfrm>
              <a:off x="0" y="0"/>
              <a:ext cx="4197350" cy="507207"/>
            </a:xfrm>
            <a:custGeom>
              <a:rect b="b" l="l" r="r" t="t"/>
              <a:pathLst>
                <a:path extrusionOk="0" h="507207" w="4197350">
                  <a:moveTo>
                    <a:pt x="0" y="0"/>
                  </a:moveTo>
                  <a:lnTo>
                    <a:pt x="4197350" y="0"/>
                  </a:lnTo>
                  <a:lnTo>
                    <a:pt x="4197350" y="507207"/>
                  </a:lnTo>
                  <a:lnTo>
                    <a:pt x="0" y="5072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8" name="Google Shape;548;p13"/>
            <p:cNvSpPr txBox="1"/>
            <p:nvPr/>
          </p:nvSpPr>
          <p:spPr>
            <a:xfrm>
              <a:off x="0" y="-9525"/>
              <a:ext cx="4197350" cy="516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366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0" i="0" lang="en-US" sz="2375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Computación Cuántica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9" name="Google Shape;549;p13"/>
          <p:cNvGrpSpPr/>
          <p:nvPr/>
        </p:nvGrpSpPr>
        <p:grpSpPr>
          <a:xfrm>
            <a:off x="8545711" y="7305527"/>
            <a:ext cx="4020741" cy="485179"/>
            <a:chOff x="0" y="-95250"/>
            <a:chExt cx="5360988" cy="646907"/>
          </a:xfrm>
        </p:grpSpPr>
        <p:sp>
          <p:nvSpPr>
            <p:cNvPr id="550" name="Google Shape;550;p13"/>
            <p:cNvSpPr/>
            <p:nvPr/>
          </p:nvSpPr>
          <p:spPr>
            <a:xfrm>
              <a:off x="0" y="0"/>
              <a:ext cx="5360988" cy="551657"/>
            </a:xfrm>
            <a:custGeom>
              <a:rect b="b" l="l" r="r" t="t"/>
              <a:pathLst>
                <a:path extrusionOk="0" h="551657" w="5360988">
                  <a:moveTo>
                    <a:pt x="0" y="0"/>
                  </a:moveTo>
                  <a:lnTo>
                    <a:pt x="5360988" y="0"/>
                  </a:lnTo>
                  <a:lnTo>
                    <a:pt x="5360988" y="551657"/>
                  </a:lnTo>
                  <a:lnTo>
                    <a:pt x="0" y="551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51" name="Google Shape;551;p13"/>
            <p:cNvSpPr txBox="1"/>
            <p:nvPr/>
          </p:nvSpPr>
          <p:spPr>
            <a:xfrm>
              <a:off x="0" y="-95250"/>
              <a:ext cx="5360988" cy="646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Solución de problemas complejos.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2" name="Google Shape;552;p13"/>
          <p:cNvSpPr/>
          <p:nvPr/>
        </p:nvSpPr>
        <p:spPr>
          <a:xfrm>
            <a:off x="8351639" y="8069759"/>
            <a:ext cx="8966455" cy="14288"/>
          </a:xfrm>
          <a:custGeom>
            <a:rect b="b" l="l" r="r" t="t"/>
            <a:pathLst>
              <a:path extrusionOk="0" h="19050" w="11955272">
                <a:moveTo>
                  <a:pt x="0" y="9525"/>
                </a:moveTo>
                <a:cubicBezTo>
                  <a:pt x="0" y="4318"/>
                  <a:pt x="4318" y="0"/>
                  <a:pt x="9525" y="0"/>
                </a:cubicBezTo>
                <a:lnTo>
                  <a:pt x="11945747" y="0"/>
                </a:lnTo>
                <a:cubicBezTo>
                  <a:pt x="11950953" y="0"/>
                  <a:pt x="11955272" y="4318"/>
                  <a:pt x="11955272" y="9525"/>
                </a:cubicBezTo>
                <a:cubicBezTo>
                  <a:pt x="11955272" y="14732"/>
                  <a:pt x="11950953" y="19050"/>
                  <a:pt x="11945747" y="19050"/>
                </a:cubicBezTo>
                <a:lnTo>
                  <a:pt x="9525" y="19050"/>
                </a:lnTo>
                <a:cubicBezTo>
                  <a:pt x="4318" y="19050"/>
                  <a:pt x="0" y="14732"/>
                  <a:pt x="0" y="9525"/>
                </a:cubicBezTo>
                <a:close/>
              </a:path>
            </a:pathLst>
          </a:custGeom>
          <a:solidFill>
            <a:srgbClr val="4A6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553" name="Google Shape;553;p13"/>
          <p:cNvSpPr/>
          <p:nvPr/>
        </p:nvSpPr>
        <p:spPr>
          <a:xfrm>
            <a:off x="946397" y="8113960"/>
            <a:ext cx="8156228" cy="1466552"/>
          </a:xfrm>
          <a:custGeom>
            <a:rect b="b" l="l" r="r" t="t"/>
            <a:pathLst>
              <a:path extrusionOk="0" h="1466552" w="8156228">
                <a:moveTo>
                  <a:pt x="0" y="0"/>
                </a:moveTo>
                <a:lnTo>
                  <a:pt x="8156228" y="0"/>
                </a:lnTo>
                <a:lnTo>
                  <a:pt x="8156228" y="1466552"/>
                </a:lnTo>
                <a:lnTo>
                  <a:pt x="0" y="1466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4" l="0" r="0" t="-24"/>
            </a:stretch>
          </a:blipFill>
          <a:ln>
            <a:noFill/>
          </a:ln>
        </p:spPr>
      </p:sp>
      <p:grpSp>
        <p:nvGrpSpPr>
          <p:cNvPr id="554" name="Google Shape;554;p13"/>
          <p:cNvGrpSpPr/>
          <p:nvPr/>
        </p:nvGrpSpPr>
        <p:grpSpPr>
          <a:xfrm>
            <a:off x="4842570" y="8526958"/>
            <a:ext cx="363736" cy="547539"/>
            <a:chOff x="0" y="-123825"/>
            <a:chExt cx="484982" cy="730052"/>
          </a:xfrm>
        </p:grpSpPr>
        <p:sp>
          <p:nvSpPr>
            <p:cNvPr id="555" name="Google Shape;555;p13"/>
            <p:cNvSpPr/>
            <p:nvPr/>
          </p:nvSpPr>
          <p:spPr>
            <a:xfrm>
              <a:off x="0" y="0"/>
              <a:ext cx="484982" cy="606227"/>
            </a:xfrm>
            <a:custGeom>
              <a:rect b="b" l="l" r="r" t="t"/>
              <a:pathLst>
                <a:path extrusionOk="0" h="606227" w="484982">
                  <a:moveTo>
                    <a:pt x="0" y="0"/>
                  </a:moveTo>
                  <a:lnTo>
                    <a:pt x="484982" y="0"/>
                  </a:lnTo>
                  <a:lnTo>
                    <a:pt x="484982" y="606227"/>
                  </a:lnTo>
                  <a:lnTo>
                    <a:pt x="0" y="6062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56" name="Google Shape;556;p13"/>
            <p:cNvSpPr txBox="1"/>
            <p:nvPr/>
          </p:nvSpPr>
          <p:spPr>
            <a:xfrm>
              <a:off x="0" y="-123825"/>
              <a:ext cx="484982" cy="730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22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12"/>
                <a:buFont typeface="Arial"/>
                <a:buNone/>
              </a:pPr>
              <a:r>
                <a:rPr b="0" i="0" lang="en-US" sz="2812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7" name="Google Shape;557;p13"/>
          <p:cNvGrpSpPr/>
          <p:nvPr/>
        </p:nvGrpSpPr>
        <p:grpSpPr>
          <a:xfrm>
            <a:off x="9361289" y="8365480"/>
            <a:ext cx="3043237" cy="387549"/>
            <a:chOff x="0" y="-9525"/>
            <a:chExt cx="4057650" cy="516732"/>
          </a:xfrm>
        </p:grpSpPr>
        <p:sp>
          <p:nvSpPr>
            <p:cNvPr id="558" name="Google Shape;558;p13"/>
            <p:cNvSpPr/>
            <p:nvPr/>
          </p:nvSpPr>
          <p:spPr>
            <a:xfrm>
              <a:off x="0" y="0"/>
              <a:ext cx="4057650" cy="507207"/>
            </a:xfrm>
            <a:custGeom>
              <a:rect b="b" l="l" r="r" t="t"/>
              <a:pathLst>
                <a:path extrusionOk="0" h="507207" w="4057650">
                  <a:moveTo>
                    <a:pt x="0" y="0"/>
                  </a:moveTo>
                  <a:lnTo>
                    <a:pt x="4057650" y="0"/>
                  </a:lnTo>
                  <a:lnTo>
                    <a:pt x="4057650" y="507207"/>
                  </a:lnTo>
                  <a:lnTo>
                    <a:pt x="0" y="5072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59" name="Google Shape;559;p13"/>
            <p:cNvSpPr txBox="1"/>
            <p:nvPr/>
          </p:nvSpPr>
          <p:spPr>
            <a:xfrm>
              <a:off x="0" y="-9525"/>
              <a:ext cx="4057650" cy="516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366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75"/>
                <a:buFont typeface="Arial"/>
                <a:buNone/>
              </a:pPr>
              <a:r>
                <a:rPr b="0" i="0" lang="en-US" sz="2375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Sostenibilidad Digital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0" name="Google Shape;560;p13"/>
          <p:cNvGrpSpPr/>
          <p:nvPr/>
        </p:nvGrpSpPr>
        <p:grpSpPr>
          <a:xfrm>
            <a:off x="9361289" y="8836670"/>
            <a:ext cx="4916240" cy="485179"/>
            <a:chOff x="0" y="-95250"/>
            <a:chExt cx="6554987" cy="646907"/>
          </a:xfrm>
        </p:grpSpPr>
        <p:sp>
          <p:nvSpPr>
            <p:cNvPr id="561" name="Google Shape;561;p13"/>
            <p:cNvSpPr/>
            <p:nvPr/>
          </p:nvSpPr>
          <p:spPr>
            <a:xfrm>
              <a:off x="0" y="0"/>
              <a:ext cx="6554987" cy="551657"/>
            </a:xfrm>
            <a:custGeom>
              <a:rect b="b" l="l" r="r" t="t"/>
              <a:pathLst>
                <a:path extrusionOk="0" h="551657" w="6554987">
                  <a:moveTo>
                    <a:pt x="0" y="0"/>
                  </a:moveTo>
                  <a:lnTo>
                    <a:pt x="6554987" y="0"/>
                  </a:lnTo>
                  <a:lnTo>
                    <a:pt x="6554987" y="551657"/>
                  </a:lnTo>
                  <a:lnTo>
                    <a:pt x="0" y="551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62" name="Google Shape;562;p13"/>
            <p:cNvSpPr txBox="1"/>
            <p:nvPr/>
          </p:nvSpPr>
          <p:spPr>
            <a:xfrm>
              <a:off x="0" y="-95250"/>
              <a:ext cx="6554987" cy="646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9EEE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Tecnologías verdes como prioridad global.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D6DE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4"/>
          <p:cNvSpPr txBox="1"/>
          <p:nvPr/>
        </p:nvSpPr>
        <p:spPr>
          <a:xfrm>
            <a:off x="1960694" y="3860833"/>
            <a:ext cx="13506718" cy="5511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Sistema de información: Procesa y gestiona datos para tomar decisiones.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Tipos de SI: TPS, MIS, DSS, ERP, CRM.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Importancia: Mejora la eficiencia y competitividad empresarial.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Desafíos: Seguridad, integración y adaptación tecnológica.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Tendencias: Inteligencia artificial, big data y nube.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Clasificación: Información interna, externa, confidencial o pública.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4DA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5"/>
          <p:cNvSpPr txBox="1"/>
          <p:nvPr/>
        </p:nvSpPr>
        <p:spPr>
          <a:xfrm>
            <a:off x="2401868" y="4593717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RESPONSABILIDAD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D6DE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6"/>
          <p:cNvSpPr txBox="1"/>
          <p:nvPr/>
        </p:nvSpPr>
        <p:spPr>
          <a:xfrm>
            <a:off x="3416041" y="4435592"/>
            <a:ext cx="11455919" cy="3331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https://www.frexus.dev/post/evolucion-de-los-sistemas-de-informacion/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https://www.classter.com/es/blog/edtech-es/evolucion-e-impacto-de-los-sistemas-de-informacion-estudiantil-en-la-ensenanza-superior/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" y="81426"/>
            <a:ext cx="3556389" cy="22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D6DE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8" name="Google Shape;588;p1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