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Arimo"/>
      <p:regular r:id="rId27"/>
      <p:bold r:id="rId28"/>
      <p:italic r:id="rId29"/>
      <p:boldItalic r:id="rId30"/>
    </p:embeddedFont>
    <p:embeddedFont>
      <p:font typeface="Cabin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pHM/4qOLchCz2wvrQgt7fKKLh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A7C31D-5D81-400C-B492-6CFE97C957FD}">
  <a:tblStyle styleId="{35A7C31D-5D81-400C-B492-6CFE97C957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bin-regular.fntdata"/><Relationship Id="rId30" Type="http://schemas.openxmlformats.org/officeDocument/2006/relationships/font" Target="fonts/Arimo-boldItalic.fntdata"/><Relationship Id="rId11" Type="http://schemas.openxmlformats.org/officeDocument/2006/relationships/slide" Target="slides/slide5.xml"/><Relationship Id="rId33" Type="http://schemas.openxmlformats.org/officeDocument/2006/relationships/font" Target="fonts/Cabin-italic.fntdata"/><Relationship Id="rId10" Type="http://schemas.openxmlformats.org/officeDocument/2006/relationships/slide" Target="slides/slide4.xml"/><Relationship Id="rId32" Type="http://schemas.openxmlformats.org/officeDocument/2006/relationships/font" Target="fonts/Cabin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Cabin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a38f3539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a38f35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2" name="Google Shape;17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4" name="Google Shape;17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18" name="Google Shape;218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9" name="Google Shape;219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21" name="Google Shape;221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8" name="Google Shape;278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80" name="Google Shape;280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8" name="Google Shape;31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320" name="Google Shape;32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59" name="Google Shape;359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0" name="Google Shape;360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62" name="Google Shape;362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63" name="Google Shape;363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94" name="Google Shape;394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5" name="Google Shape;395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97" name="Google Shape;397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98" name="Google Shape;398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31" name="Google Shape;431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2" name="Google Shape;432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34" name="Google Shape;434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35" name="Google Shape;435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3" name="Google Shape;47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4" name="Google Shape;47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76" name="Google Shape;47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477" name="Google Shape;47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523" name="Google Shape;523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4" name="Google Shape;524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26" name="Google Shape;526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527" name="Google Shape;527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a38f3539_0_9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a38f3539_0_9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a38f3539_0_9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hyperlink" Target="https://youtu.be/UwtpI9BEBF4" TargetMode="External"/><Relationship Id="rId6" Type="http://schemas.openxmlformats.org/officeDocument/2006/relationships/hyperlink" Target="https://youtu.be/UwtpI9BEBF4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a38f3539_0_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a38f3539_0_5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{35A7C31D-5D81-400C-B492-6CFE97C957FD}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a38f3539_0_5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a38f3539_0_5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755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Evolución del sistema de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0475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49" y="-320625"/>
            <a:ext cx="7135789" cy="3120475"/>
            <a:chOff x="0" y="-95250"/>
            <a:chExt cx="8187000" cy="4160633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70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70480"/>
            <a:ext cx="5353682" cy="170115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606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1047155" y="2637384"/>
            <a:ext cx="9335691" cy="3562944"/>
            <a:chOff x="0" y="-57150"/>
            <a:chExt cx="12447588" cy="4750593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447588" cy="4693443"/>
            </a:xfrm>
            <a:custGeom>
              <a:rect b="b" l="l" r="r" t="t"/>
              <a:pathLst>
                <a:path extrusionOk="0" h="4693443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4693443"/>
                  </a:lnTo>
                  <a:lnTo>
                    <a:pt x="0" y="46934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57150"/>
              <a:ext cx="12447588" cy="4750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Sistemas de Información: Fundamentos y Aplicaciones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047155" y="6577608"/>
            <a:ext cx="9335691" cy="1028997"/>
            <a:chOff x="0" y="-95250"/>
            <a:chExt cx="12447588" cy="1371997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447588" cy="1276747"/>
            </a:xfrm>
            <a:custGeom>
              <a:rect b="b" l="l" r="r" t="t"/>
              <a:pathLst>
                <a:path extrusionOk="0" h="1276747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95250"/>
              <a:ext cx="12447588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Conjuntos de agentes y procesos que gestionan datos e información. Son clave para decisiones en organizaciones.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177" name="Google Shape;17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179" name="Google Shape;179;p5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0" name="Google Shape;180;p5"/>
          <p:cNvGrpSpPr/>
          <p:nvPr/>
        </p:nvGrpSpPr>
        <p:grpSpPr>
          <a:xfrm>
            <a:off x="1047155" y="1566714"/>
            <a:ext cx="9335691" cy="1802903"/>
            <a:chOff x="0" y="-57150"/>
            <a:chExt cx="12447588" cy="2403872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2" name="Google Shape;182;p5"/>
            <p:cNvSpPr txBox="1"/>
            <p:nvPr/>
          </p:nvSpPr>
          <p:spPr>
            <a:xfrm>
              <a:off x="0" y="-57150"/>
              <a:ext cx="12447588" cy="2403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 de Sistema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5"/>
          <p:cNvSpPr/>
          <p:nvPr/>
        </p:nvSpPr>
        <p:spPr>
          <a:xfrm>
            <a:off x="1047155" y="3818335"/>
            <a:ext cx="4518279" cy="2863311"/>
          </a:xfrm>
          <a:custGeom>
            <a:rect b="b" l="l" r="r" t="t"/>
            <a:pathLst>
              <a:path extrusionOk="0" h="3817747" w="6024372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5964555" y="0"/>
                </a:lnTo>
                <a:cubicBezTo>
                  <a:pt x="5997575" y="0"/>
                  <a:pt x="6024372" y="26797"/>
                  <a:pt x="6024372" y="59817"/>
                </a:cubicBezTo>
                <a:lnTo>
                  <a:pt x="6024372" y="3757930"/>
                </a:lnTo>
                <a:cubicBezTo>
                  <a:pt x="6024372" y="3790950"/>
                  <a:pt x="5997575" y="3817747"/>
                  <a:pt x="5964555" y="3817747"/>
                </a:cubicBezTo>
                <a:lnTo>
                  <a:pt x="59817" y="3817747"/>
                </a:lnTo>
                <a:cubicBezTo>
                  <a:pt x="26797" y="3817747"/>
                  <a:pt x="0" y="3790950"/>
                  <a:pt x="0" y="3757930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5"/>
          <p:cNvGrpSpPr/>
          <p:nvPr/>
        </p:nvGrpSpPr>
        <p:grpSpPr>
          <a:xfrm>
            <a:off x="1346299" y="4088904"/>
            <a:ext cx="3520231" cy="468511"/>
            <a:chOff x="0" y="-38100"/>
            <a:chExt cx="4693642" cy="624682"/>
          </a:xfrm>
        </p:grpSpPr>
        <p:sp>
          <p:nvSpPr>
            <p:cNvPr id="185" name="Google Shape;185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6" name="Google Shape;186;p5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Componentes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5"/>
          <p:cNvGrpSpPr/>
          <p:nvPr/>
        </p:nvGrpSpPr>
        <p:grpSpPr>
          <a:xfrm>
            <a:off x="1346299" y="4665463"/>
            <a:ext cx="3919984" cy="550218"/>
            <a:chOff x="0" y="-95250"/>
            <a:chExt cx="5226645" cy="733623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9" name="Google Shape;189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Personas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5"/>
          <p:cNvGrpSpPr/>
          <p:nvPr/>
        </p:nvGrpSpPr>
        <p:grpSpPr>
          <a:xfrm>
            <a:off x="1346299" y="5248869"/>
            <a:ext cx="3919984" cy="550218"/>
            <a:chOff x="0" y="-95250"/>
            <a:chExt cx="5226645" cy="733623"/>
          </a:xfrm>
        </p:grpSpPr>
        <p:sp>
          <p:nvSpPr>
            <p:cNvPr id="191" name="Google Shape;191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2" name="Google Shape;192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Procesos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1346299" y="5832276"/>
            <a:ext cx="3919984" cy="550218"/>
            <a:chOff x="0" y="-95250"/>
            <a:chExt cx="5226645" cy="733623"/>
          </a:xfrm>
        </p:grpSpPr>
        <p:sp>
          <p:nvSpPr>
            <p:cNvPr id="194" name="Google Shape;194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5" name="Google Shape;195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Herramientas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5"/>
          <p:cNvSpPr/>
          <p:nvPr/>
        </p:nvSpPr>
        <p:spPr>
          <a:xfrm>
            <a:off x="5864572" y="3818335"/>
            <a:ext cx="4518279" cy="2863311"/>
          </a:xfrm>
          <a:custGeom>
            <a:rect b="b" l="l" r="r" t="t"/>
            <a:pathLst>
              <a:path extrusionOk="0" h="3817747" w="6024372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5964555" y="0"/>
                </a:lnTo>
                <a:cubicBezTo>
                  <a:pt x="5997575" y="0"/>
                  <a:pt x="6024372" y="26797"/>
                  <a:pt x="6024372" y="59817"/>
                </a:cubicBezTo>
                <a:lnTo>
                  <a:pt x="6024372" y="3757930"/>
                </a:lnTo>
                <a:cubicBezTo>
                  <a:pt x="6024372" y="3790950"/>
                  <a:pt x="5997575" y="3817747"/>
                  <a:pt x="5964555" y="3817747"/>
                </a:cubicBezTo>
                <a:lnTo>
                  <a:pt x="59817" y="3817747"/>
                </a:lnTo>
                <a:cubicBezTo>
                  <a:pt x="26797" y="3817747"/>
                  <a:pt x="0" y="3790950"/>
                  <a:pt x="0" y="3757930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5"/>
          <p:cNvGrpSpPr/>
          <p:nvPr/>
        </p:nvGrpSpPr>
        <p:grpSpPr>
          <a:xfrm>
            <a:off x="6163716" y="4088904"/>
            <a:ext cx="3520231" cy="468511"/>
            <a:chOff x="0" y="-38100"/>
            <a:chExt cx="4693642" cy="624682"/>
          </a:xfrm>
        </p:grpSpPr>
        <p:sp>
          <p:nvSpPr>
            <p:cNvPr id="198" name="Google Shape;198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9" name="Google Shape;199;p5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Funciones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5"/>
          <p:cNvGrpSpPr/>
          <p:nvPr/>
        </p:nvGrpSpPr>
        <p:grpSpPr>
          <a:xfrm>
            <a:off x="6163716" y="4665463"/>
            <a:ext cx="3919984" cy="550218"/>
            <a:chOff x="0" y="-95250"/>
            <a:chExt cx="5226645" cy="733623"/>
          </a:xfrm>
        </p:grpSpPr>
        <p:sp>
          <p:nvSpPr>
            <p:cNvPr id="201" name="Google Shape;201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2" name="Google Shape;202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Recopilar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5"/>
          <p:cNvGrpSpPr/>
          <p:nvPr/>
        </p:nvGrpSpPr>
        <p:grpSpPr>
          <a:xfrm>
            <a:off x="6163716" y="5248869"/>
            <a:ext cx="3919984" cy="550218"/>
            <a:chOff x="0" y="-95250"/>
            <a:chExt cx="5226645" cy="733623"/>
          </a:xfrm>
        </p:grpSpPr>
        <p:sp>
          <p:nvSpPr>
            <p:cNvPr id="204" name="Google Shape;204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5" name="Google Shape;205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Procesar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5"/>
          <p:cNvGrpSpPr/>
          <p:nvPr/>
        </p:nvGrpSpPr>
        <p:grpSpPr>
          <a:xfrm>
            <a:off x="6163716" y="5832276"/>
            <a:ext cx="3919984" cy="550218"/>
            <a:chOff x="0" y="-95250"/>
            <a:chExt cx="5226645" cy="733623"/>
          </a:xfrm>
        </p:grpSpPr>
        <p:sp>
          <p:nvSpPr>
            <p:cNvPr id="207" name="Google Shape;207;p5"/>
            <p:cNvSpPr/>
            <p:nvPr/>
          </p:nvSpPr>
          <p:spPr>
            <a:xfrm>
              <a:off x="0" y="0"/>
              <a:ext cx="5226645" cy="638373"/>
            </a:xfrm>
            <a:custGeom>
              <a:rect b="b" l="l" r="r" t="t"/>
              <a:pathLst>
                <a:path extrusionOk="0" h="638373" w="5226645">
                  <a:moveTo>
                    <a:pt x="0" y="0"/>
                  </a:moveTo>
                  <a:lnTo>
                    <a:pt x="5226645" y="0"/>
                  </a:lnTo>
                  <a:lnTo>
                    <a:pt x="522664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8" name="Google Shape;208;p5"/>
            <p:cNvSpPr txBox="1"/>
            <p:nvPr/>
          </p:nvSpPr>
          <p:spPr>
            <a:xfrm>
              <a:off x="0" y="-95250"/>
              <a:ext cx="522664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4376" lvl="1" marL="348754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6DE"/>
                </a:buClr>
                <a:buSzPts val="2312"/>
                <a:buFont typeface="Arial"/>
                <a:buChar char="•"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Almacenar y difundir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5"/>
          <p:cNvSpPr/>
          <p:nvPr/>
        </p:nvSpPr>
        <p:spPr>
          <a:xfrm>
            <a:off x="1047155" y="6980784"/>
            <a:ext cx="9335643" cy="1696498"/>
          </a:xfrm>
          <a:custGeom>
            <a:rect b="b" l="l" r="r" t="t"/>
            <a:pathLst>
              <a:path extrusionOk="0" h="2261997" w="12447524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12387707" y="0"/>
                </a:lnTo>
                <a:cubicBezTo>
                  <a:pt x="12420727" y="0"/>
                  <a:pt x="12447524" y="26797"/>
                  <a:pt x="12447524" y="59817"/>
                </a:cubicBezTo>
                <a:lnTo>
                  <a:pt x="12447524" y="2202180"/>
                </a:lnTo>
                <a:cubicBezTo>
                  <a:pt x="12447524" y="2235200"/>
                  <a:pt x="12420727" y="2261997"/>
                  <a:pt x="12387707" y="2261997"/>
                </a:cubicBezTo>
                <a:lnTo>
                  <a:pt x="59817" y="2261997"/>
                </a:lnTo>
                <a:cubicBezTo>
                  <a:pt x="26797" y="2261997"/>
                  <a:pt x="0" y="2235200"/>
                  <a:pt x="0" y="2202180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5"/>
          <p:cNvGrpSpPr/>
          <p:nvPr/>
        </p:nvGrpSpPr>
        <p:grpSpPr>
          <a:xfrm>
            <a:off x="1346299" y="7251352"/>
            <a:ext cx="3520231" cy="468511"/>
            <a:chOff x="0" y="-38100"/>
            <a:chExt cx="4693642" cy="624682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2" name="Google Shape;212;p5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Objetivo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5"/>
          <p:cNvGrpSpPr/>
          <p:nvPr/>
        </p:nvGrpSpPr>
        <p:grpSpPr>
          <a:xfrm>
            <a:off x="1346299" y="7827912"/>
            <a:ext cx="8737401" cy="550218"/>
            <a:chOff x="0" y="-95250"/>
            <a:chExt cx="11649868" cy="733623"/>
          </a:xfrm>
        </p:grpSpPr>
        <p:sp>
          <p:nvSpPr>
            <p:cNvPr id="214" name="Google Shape;214;p5"/>
            <p:cNvSpPr/>
            <p:nvPr/>
          </p:nvSpPr>
          <p:spPr>
            <a:xfrm>
              <a:off x="0" y="0"/>
              <a:ext cx="11649868" cy="638373"/>
            </a:xfrm>
            <a:custGeom>
              <a:rect b="b" l="l" r="r" t="t"/>
              <a:pathLst>
                <a:path extrusionOk="0" h="638373" w="11649868">
                  <a:moveTo>
                    <a:pt x="0" y="0"/>
                  </a:moveTo>
                  <a:lnTo>
                    <a:pt x="11649868" y="0"/>
                  </a:lnTo>
                  <a:lnTo>
                    <a:pt x="1164986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5" name="Google Shape;215;p5"/>
            <p:cNvSpPr txBox="1"/>
            <p:nvPr/>
          </p:nvSpPr>
          <p:spPr>
            <a:xfrm>
              <a:off x="0" y="-95250"/>
              <a:ext cx="1164986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Satisfacer necesidades específicas de datos 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24" name="Google Shape;224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226" name="Google Shape;226;p6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7" name="Google Shape;227;p6"/>
          <p:cNvGrpSpPr/>
          <p:nvPr/>
        </p:nvGrpSpPr>
        <p:grpSpPr>
          <a:xfrm>
            <a:off x="7808416" y="1110853"/>
            <a:ext cx="9529168" cy="1632943"/>
            <a:chOff x="0" y="-47625"/>
            <a:chExt cx="12705557" cy="2177257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12705557" cy="2129632"/>
            </a:xfrm>
            <a:custGeom>
              <a:rect b="b" l="l" r="r" t="t"/>
              <a:pathLst>
                <a:path extrusionOk="0" h="2129632" w="12705557">
                  <a:moveTo>
                    <a:pt x="0" y="0"/>
                  </a:moveTo>
                  <a:lnTo>
                    <a:pt x="12705557" y="0"/>
                  </a:lnTo>
                  <a:lnTo>
                    <a:pt x="12705557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47625"/>
              <a:ext cx="12705557" cy="2177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Historia de los Sistemas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6"/>
          <p:cNvSpPr/>
          <p:nvPr/>
        </p:nvSpPr>
        <p:spPr>
          <a:xfrm>
            <a:off x="8113811" y="3151138"/>
            <a:ext cx="38100" cy="5989320"/>
          </a:xfrm>
          <a:custGeom>
            <a:rect b="b" l="l" r="r" t="t"/>
            <a:pathLst>
              <a:path extrusionOk="0" h="7985760" w="50800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cubicBezTo>
                  <a:pt x="39370" y="0"/>
                  <a:pt x="50800" y="11430"/>
                  <a:pt x="50800" y="25400"/>
                </a:cubicBezTo>
                <a:lnTo>
                  <a:pt x="50800" y="7960360"/>
                </a:lnTo>
                <a:cubicBezTo>
                  <a:pt x="50800" y="7974330"/>
                  <a:pt x="39370" y="7985760"/>
                  <a:pt x="25400" y="7985760"/>
                </a:cubicBezTo>
                <a:cubicBezTo>
                  <a:pt x="11430" y="7985760"/>
                  <a:pt x="0" y="7974330"/>
                  <a:pt x="0" y="7960360"/>
                </a:cubicBezTo>
                <a:close/>
              </a:path>
            </a:pathLst>
          </a:cu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381181" y="3437484"/>
            <a:ext cx="814673" cy="38100"/>
          </a:xfrm>
          <a:custGeom>
            <a:rect b="b" l="l" r="r" t="t"/>
            <a:pathLst>
              <a:path extrusionOk="0" h="50800" w="1086231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60831" y="0"/>
                </a:lnTo>
                <a:cubicBezTo>
                  <a:pt x="1074801" y="0"/>
                  <a:pt x="1086231" y="11430"/>
                  <a:pt x="1086231" y="25400"/>
                </a:cubicBezTo>
                <a:cubicBezTo>
                  <a:pt x="1086231" y="39370"/>
                  <a:pt x="1074801" y="50800"/>
                  <a:pt x="106083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808342" y="3151138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6"/>
          <p:cNvGrpSpPr/>
          <p:nvPr/>
        </p:nvGrpSpPr>
        <p:grpSpPr>
          <a:xfrm>
            <a:off x="7922046" y="3216920"/>
            <a:ext cx="383381" cy="479226"/>
            <a:chOff x="0" y="0"/>
            <a:chExt cx="511175" cy="638968"/>
          </a:xfrm>
        </p:grpSpPr>
        <p:sp>
          <p:nvSpPr>
            <p:cNvPr id="234" name="Google Shape;234;p6"/>
            <p:cNvSpPr/>
            <p:nvPr/>
          </p:nvSpPr>
          <p:spPr>
            <a:xfrm>
              <a:off x="0" y="0"/>
              <a:ext cx="511175" cy="638968"/>
            </a:xfrm>
            <a:custGeom>
              <a:rect b="b" l="l" r="r" t="t"/>
              <a:pathLst>
                <a:path extrusionOk="0" h="638968" w="511175">
                  <a:moveTo>
                    <a:pt x="0" y="0"/>
                  </a:moveTo>
                  <a:lnTo>
                    <a:pt x="511175" y="0"/>
                  </a:lnTo>
                  <a:lnTo>
                    <a:pt x="511175" y="638968"/>
                  </a:lnTo>
                  <a:lnTo>
                    <a:pt x="0" y="63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5" name="Google Shape;235;p6"/>
            <p:cNvSpPr txBox="1"/>
            <p:nvPr/>
          </p:nvSpPr>
          <p:spPr>
            <a:xfrm>
              <a:off x="0" y="38100"/>
              <a:ext cx="511175" cy="600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6"/>
          <p:cNvGrpSpPr/>
          <p:nvPr/>
        </p:nvGrpSpPr>
        <p:grpSpPr>
          <a:xfrm>
            <a:off x="9471720" y="3223021"/>
            <a:ext cx="3764905" cy="420737"/>
            <a:chOff x="0" y="-28575"/>
            <a:chExt cx="5019873" cy="560983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5019873" cy="532408"/>
            </a:xfrm>
            <a:custGeom>
              <a:rect b="b" l="l" r="r" t="t"/>
              <a:pathLst>
                <a:path extrusionOk="0" h="532408" w="5019873">
                  <a:moveTo>
                    <a:pt x="0" y="0"/>
                  </a:moveTo>
                  <a:lnTo>
                    <a:pt x="5019873" y="0"/>
                  </a:lnTo>
                  <a:lnTo>
                    <a:pt x="5019873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8" name="Google Shape;238;p6"/>
            <p:cNvSpPr txBox="1"/>
            <p:nvPr/>
          </p:nvSpPr>
          <p:spPr>
            <a:xfrm>
              <a:off x="0" y="-28575"/>
              <a:ext cx="5019873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Sistemas Manuales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6"/>
          <p:cNvGrpSpPr/>
          <p:nvPr/>
        </p:nvGrpSpPr>
        <p:grpSpPr>
          <a:xfrm>
            <a:off x="9471720" y="3749427"/>
            <a:ext cx="7865864" cy="491729"/>
            <a:chOff x="0" y="-76200"/>
            <a:chExt cx="10487818" cy="655638"/>
          </a:xfrm>
        </p:grpSpPr>
        <p:sp>
          <p:nvSpPr>
            <p:cNvPr id="240" name="Google Shape;240;p6"/>
            <p:cNvSpPr/>
            <p:nvPr/>
          </p:nvSpPr>
          <p:spPr>
            <a:xfrm>
              <a:off x="0" y="0"/>
              <a:ext cx="10487818" cy="579438"/>
            </a:xfrm>
            <a:custGeom>
              <a:rect b="b" l="l" r="r" t="t"/>
              <a:pathLst>
                <a:path extrusionOk="0" h="579438" w="10487818">
                  <a:moveTo>
                    <a:pt x="0" y="0"/>
                  </a:moveTo>
                  <a:lnTo>
                    <a:pt x="10487818" y="0"/>
                  </a:lnTo>
                  <a:lnTo>
                    <a:pt x="10487818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1" name="Google Shape;241;p6"/>
            <p:cNvSpPr txBox="1"/>
            <p:nvPr/>
          </p:nvSpPr>
          <p:spPr>
            <a:xfrm>
              <a:off x="0" y="-76200"/>
              <a:ext cx="10487818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Antes de la era digital, gestión manual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6"/>
          <p:cNvSpPr/>
          <p:nvPr/>
        </p:nvSpPr>
        <p:spPr>
          <a:xfrm>
            <a:off x="8381181" y="5070574"/>
            <a:ext cx="814673" cy="38100"/>
          </a:xfrm>
          <a:custGeom>
            <a:rect b="b" l="l" r="r" t="t"/>
            <a:pathLst>
              <a:path extrusionOk="0" h="50800" w="1086231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60831" y="0"/>
                </a:lnTo>
                <a:cubicBezTo>
                  <a:pt x="1074801" y="0"/>
                  <a:pt x="1086231" y="11430"/>
                  <a:pt x="1086231" y="25400"/>
                </a:cubicBezTo>
                <a:cubicBezTo>
                  <a:pt x="1086231" y="39370"/>
                  <a:pt x="1074801" y="50800"/>
                  <a:pt x="106083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7808342" y="4784229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6"/>
          <p:cNvGrpSpPr/>
          <p:nvPr/>
        </p:nvGrpSpPr>
        <p:grpSpPr>
          <a:xfrm>
            <a:off x="7922046" y="4850011"/>
            <a:ext cx="383381" cy="479226"/>
            <a:chOff x="0" y="0"/>
            <a:chExt cx="511175" cy="638968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511175" cy="638968"/>
            </a:xfrm>
            <a:custGeom>
              <a:rect b="b" l="l" r="r" t="t"/>
              <a:pathLst>
                <a:path extrusionOk="0" h="638968" w="511175">
                  <a:moveTo>
                    <a:pt x="0" y="0"/>
                  </a:moveTo>
                  <a:lnTo>
                    <a:pt x="511175" y="0"/>
                  </a:lnTo>
                  <a:lnTo>
                    <a:pt x="511175" y="638968"/>
                  </a:lnTo>
                  <a:lnTo>
                    <a:pt x="0" y="63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38100"/>
              <a:ext cx="511175" cy="600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9471720" y="4856113"/>
            <a:ext cx="3194894" cy="420737"/>
            <a:chOff x="0" y="-28575"/>
            <a:chExt cx="4259858" cy="560983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9" name="Google Shape;249;p6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Era Digital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6"/>
          <p:cNvGrpSpPr/>
          <p:nvPr/>
        </p:nvGrpSpPr>
        <p:grpSpPr>
          <a:xfrm>
            <a:off x="9471720" y="5382518"/>
            <a:ext cx="7865864" cy="491729"/>
            <a:chOff x="0" y="-76200"/>
            <a:chExt cx="10487818" cy="655638"/>
          </a:xfrm>
        </p:grpSpPr>
        <p:sp>
          <p:nvSpPr>
            <p:cNvPr id="251" name="Google Shape;251;p6"/>
            <p:cNvSpPr/>
            <p:nvPr/>
          </p:nvSpPr>
          <p:spPr>
            <a:xfrm>
              <a:off x="0" y="0"/>
              <a:ext cx="10487818" cy="579438"/>
            </a:xfrm>
            <a:custGeom>
              <a:rect b="b" l="l" r="r" t="t"/>
              <a:pathLst>
                <a:path extrusionOk="0" h="579438" w="10487818">
                  <a:moveTo>
                    <a:pt x="0" y="0"/>
                  </a:moveTo>
                  <a:lnTo>
                    <a:pt x="10487818" y="0"/>
                  </a:lnTo>
                  <a:lnTo>
                    <a:pt x="10487818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2" name="Google Shape;252;p6"/>
            <p:cNvSpPr txBox="1"/>
            <p:nvPr/>
          </p:nvSpPr>
          <p:spPr>
            <a:xfrm>
              <a:off x="0" y="-76200"/>
              <a:ext cx="10487818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Computadoras simplifican procesamiento básico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6"/>
          <p:cNvSpPr/>
          <p:nvPr/>
        </p:nvSpPr>
        <p:spPr>
          <a:xfrm>
            <a:off x="8381181" y="6703665"/>
            <a:ext cx="814673" cy="38100"/>
          </a:xfrm>
          <a:custGeom>
            <a:rect b="b" l="l" r="r" t="t"/>
            <a:pathLst>
              <a:path extrusionOk="0" h="50800" w="1086231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60831" y="0"/>
                </a:lnTo>
                <a:cubicBezTo>
                  <a:pt x="1074801" y="0"/>
                  <a:pt x="1086231" y="11430"/>
                  <a:pt x="1086231" y="25400"/>
                </a:cubicBezTo>
                <a:cubicBezTo>
                  <a:pt x="1086231" y="39370"/>
                  <a:pt x="1074801" y="50800"/>
                  <a:pt x="106083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7808342" y="6417320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6"/>
          <p:cNvGrpSpPr/>
          <p:nvPr/>
        </p:nvGrpSpPr>
        <p:grpSpPr>
          <a:xfrm>
            <a:off x="7922046" y="6483102"/>
            <a:ext cx="383381" cy="479226"/>
            <a:chOff x="0" y="0"/>
            <a:chExt cx="511175" cy="638968"/>
          </a:xfrm>
        </p:grpSpPr>
        <p:sp>
          <p:nvSpPr>
            <p:cNvPr id="256" name="Google Shape;256;p6"/>
            <p:cNvSpPr/>
            <p:nvPr/>
          </p:nvSpPr>
          <p:spPr>
            <a:xfrm>
              <a:off x="0" y="0"/>
              <a:ext cx="511175" cy="638968"/>
            </a:xfrm>
            <a:custGeom>
              <a:rect b="b" l="l" r="r" t="t"/>
              <a:pathLst>
                <a:path extrusionOk="0" h="638968" w="511175">
                  <a:moveTo>
                    <a:pt x="0" y="0"/>
                  </a:moveTo>
                  <a:lnTo>
                    <a:pt x="511175" y="0"/>
                  </a:lnTo>
                  <a:lnTo>
                    <a:pt x="511175" y="638968"/>
                  </a:lnTo>
                  <a:lnTo>
                    <a:pt x="0" y="63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7" name="Google Shape;257;p6"/>
            <p:cNvSpPr txBox="1"/>
            <p:nvPr/>
          </p:nvSpPr>
          <p:spPr>
            <a:xfrm>
              <a:off x="0" y="38100"/>
              <a:ext cx="511175" cy="600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6"/>
          <p:cNvGrpSpPr/>
          <p:nvPr/>
        </p:nvGrpSpPr>
        <p:grpSpPr>
          <a:xfrm>
            <a:off x="9471720" y="6489204"/>
            <a:ext cx="3194894" cy="420737"/>
            <a:chOff x="0" y="-28575"/>
            <a:chExt cx="4259858" cy="560983"/>
          </a:xfrm>
        </p:grpSpPr>
        <p:sp>
          <p:nvSpPr>
            <p:cNvPr id="259" name="Google Shape;259;p6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0" name="Google Shape;260;p6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Expansión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6"/>
          <p:cNvGrpSpPr/>
          <p:nvPr/>
        </p:nvGrpSpPr>
        <p:grpSpPr>
          <a:xfrm>
            <a:off x="9471720" y="7015609"/>
            <a:ext cx="7865864" cy="491729"/>
            <a:chOff x="0" y="-76200"/>
            <a:chExt cx="10487818" cy="655638"/>
          </a:xfrm>
        </p:grpSpPr>
        <p:sp>
          <p:nvSpPr>
            <p:cNvPr id="262" name="Google Shape;262;p6"/>
            <p:cNvSpPr/>
            <p:nvPr/>
          </p:nvSpPr>
          <p:spPr>
            <a:xfrm>
              <a:off x="0" y="0"/>
              <a:ext cx="10487818" cy="579438"/>
            </a:xfrm>
            <a:custGeom>
              <a:rect b="b" l="l" r="r" t="t"/>
              <a:pathLst>
                <a:path extrusionOk="0" h="579438" w="10487818">
                  <a:moveTo>
                    <a:pt x="0" y="0"/>
                  </a:moveTo>
                  <a:lnTo>
                    <a:pt x="10487818" y="0"/>
                  </a:lnTo>
                  <a:lnTo>
                    <a:pt x="10487818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3" name="Google Shape;263;p6"/>
            <p:cNvSpPr txBox="1"/>
            <p:nvPr/>
          </p:nvSpPr>
          <p:spPr>
            <a:xfrm>
              <a:off x="0" y="-76200"/>
              <a:ext cx="10487818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Fin siglo XX, uso masivo en gobierno y empresas.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6"/>
          <p:cNvSpPr/>
          <p:nvPr/>
        </p:nvSpPr>
        <p:spPr>
          <a:xfrm>
            <a:off x="8381181" y="8336756"/>
            <a:ext cx="814673" cy="38100"/>
          </a:xfrm>
          <a:custGeom>
            <a:rect b="b" l="l" r="r" t="t"/>
            <a:pathLst>
              <a:path extrusionOk="0" h="50800" w="1086231">
                <a:moveTo>
                  <a:pt x="0" y="25400"/>
                </a:moveTo>
                <a:cubicBezTo>
                  <a:pt x="0" y="11430"/>
                  <a:pt x="11430" y="0"/>
                  <a:pt x="25400" y="0"/>
                </a:cubicBezTo>
                <a:lnTo>
                  <a:pt x="1060831" y="0"/>
                </a:lnTo>
                <a:cubicBezTo>
                  <a:pt x="1074801" y="0"/>
                  <a:pt x="1086231" y="11430"/>
                  <a:pt x="1086231" y="25400"/>
                </a:cubicBezTo>
                <a:cubicBezTo>
                  <a:pt x="1086231" y="39370"/>
                  <a:pt x="1074801" y="50800"/>
                  <a:pt x="1060831" y="50800"/>
                </a:cubicBezTo>
                <a:lnTo>
                  <a:pt x="25400" y="50800"/>
                </a:lnTo>
                <a:cubicBezTo>
                  <a:pt x="11430" y="50800"/>
                  <a:pt x="0" y="39370"/>
                  <a:pt x="0" y="25400"/>
                </a:cubicBezTo>
                <a:close/>
              </a:path>
            </a:pathLst>
          </a:cu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808342" y="8050411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6"/>
          <p:cNvGrpSpPr/>
          <p:nvPr/>
        </p:nvGrpSpPr>
        <p:grpSpPr>
          <a:xfrm>
            <a:off x="7922046" y="8116192"/>
            <a:ext cx="383381" cy="479226"/>
            <a:chOff x="0" y="0"/>
            <a:chExt cx="511175" cy="638968"/>
          </a:xfrm>
        </p:grpSpPr>
        <p:sp>
          <p:nvSpPr>
            <p:cNvPr id="267" name="Google Shape;267;p6"/>
            <p:cNvSpPr/>
            <p:nvPr/>
          </p:nvSpPr>
          <p:spPr>
            <a:xfrm>
              <a:off x="0" y="0"/>
              <a:ext cx="511175" cy="638968"/>
            </a:xfrm>
            <a:custGeom>
              <a:rect b="b" l="l" r="r" t="t"/>
              <a:pathLst>
                <a:path extrusionOk="0" h="638968" w="511175">
                  <a:moveTo>
                    <a:pt x="0" y="0"/>
                  </a:moveTo>
                  <a:lnTo>
                    <a:pt x="511175" y="0"/>
                  </a:lnTo>
                  <a:lnTo>
                    <a:pt x="511175" y="638968"/>
                  </a:lnTo>
                  <a:lnTo>
                    <a:pt x="0" y="63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8" name="Google Shape;268;p6"/>
            <p:cNvSpPr txBox="1"/>
            <p:nvPr/>
          </p:nvSpPr>
          <p:spPr>
            <a:xfrm>
              <a:off x="0" y="38100"/>
              <a:ext cx="511175" cy="600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6"/>
          <p:cNvGrpSpPr/>
          <p:nvPr/>
        </p:nvGrpSpPr>
        <p:grpSpPr>
          <a:xfrm>
            <a:off x="9471720" y="8122295"/>
            <a:ext cx="3194894" cy="420737"/>
            <a:chOff x="0" y="-28575"/>
            <a:chExt cx="4259858" cy="560983"/>
          </a:xfrm>
        </p:grpSpPr>
        <p:sp>
          <p:nvSpPr>
            <p:cNvPr id="270" name="Google Shape;270;p6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1" name="Google Shape;271;p6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IA y Big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6"/>
          <p:cNvGrpSpPr/>
          <p:nvPr/>
        </p:nvGrpSpPr>
        <p:grpSpPr>
          <a:xfrm>
            <a:off x="9471720" y="8648700"/>
            <a:ext cx="7865864" cy="491729"/>
            <a:chOff x="0" y="-76200"/>
            <a:chExt cx="10487818" cy="655638"/>
          </a:xfrm>
        </p:grpSpPr>
        <p:sp>
          <p:nvSpPr>
            <p:cNvPr id="273" name="Google Shape;273;p6"/>
            <p:cNvSpPr/>
            <p:nvPr/>
          </p:nvSpPr>
          <p:spPr>
            <a:xfrm>
              <a:off x="0" y="0"/>
              <a:ext cx="10487818" cy="579438"/>
            </a:xfrm>
            <a:custGeom>
              <a:rect b="b" l="l" r="r" t="t"/>
              <a:pathLst>
                <a:path extrusionOk="0" h="579438" w="10487818">
                  <a:moveTo>
                    <a:pt x="0" y="0"/>
                  </a:moveTo>
                  <a:lnTo>
                    <a:pt x="10487818" y="0"/>
                  </a:lnTo>
                  <a:lnTo>
                    <a:pt x="10487818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4" name="Google Shape;274;p6"/>
            <p:cNvSpPr txBox="1"/>
            <p:nvPr/>
          </p:nvSpPr>
          <p:spPr>
            <a:xfrm>
              <a:off x="0" y="-76200"/>
              <a:ext cx="10487818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Presente: inteligencia artificial y análisis avanzado.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283" name="Google Shape;28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grpSp>
        <p:nvGrpSpPr>
          <p:cNvPr id="285" name="Google Shape;285;p7"/>
          <p:cNvGrpSpPr/>
          <p:nvPr/>
        </p:nvGrpSpPr>
        <p:grpSpPr>
          <a:xfrm>
            <a:off x="1047155" y="2896047"/>
            <a:ext cx="14247465" cy="922883"/>
            <a:chOff x="0" y="-57150"/>
            <a:chExt cx="18996620" cy="1230512"/>
          </a:xfrm>
        </p:grpSpPr>
        <p:sp>
          <p:nvSpPr>
            <p:cNvPr id="286" name="Google Shape;286;p7"/>
            <p:cNvSpPr/>
            <p:nvPr/>
          </p:nvSpPr>
          <p:spPr>
            <a:xfrm>
              <a:off x="0" y="0"/>
              <a:ext cx="18996620" cy="1173362"/>
            </a:xfrm>
            <a:custGeom>
              <a:rect b="b" l="l" r="r" t="t"/>
              <a:pathLst>
                <a:path extrusionOk="0" h="1173362" w="18996620">
                  <a:moveTo>
                    <a:pt x="0" y="0"/>
                  </a:moveTo>
                  <a:lnTo>
                    <a:pt x="18996620" y="0"/>
                  </a:lnTo>
                  <a:lnTo>
                    <a:pt x="18996620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7" name="Google Shape;287;p7"/>
            <p:cNvSpPr txBox="1"/>
            <p:nvPr/>
          </p:nvSpPr>
          <p:spPr>
            <a:xfrm>
              <a:off x="0" y="-57150"/>
              <a:ext cx="18996620" cy="1230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Tipos de Sistemas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7"/>
          <p:cNvGrpSpPr/>
          <p:nvPr/>
        </p:nvGrpSpPr>
        <p:grpSpPr>
          <a:xfrm>
            <a:off x="1047155" y="4538216"/>
            <a:ext cx="3501032" cy="468511"/>
            <a:chOff x="0" y="-38100"/>
            <a:chExt cx="4668043" cy="624682"/>
          </a:xfrm>
        </p:grpSpPr>
        <p:sp>
          <p:nvSpPr>
            <p:cNvPr id="289" name="Google Shape;289;p7"/>
            <p:cNvSpPr/>
            <p:nvPr/>
          </p:nvSpPr>
          <p:spPr>
            <a:xfrm>
              <a:off x="0" y="0"/>
              <a:ext cx="4668043" cy="586582"/>
            </a:xfrm>
            <a:custGeom>
              <a:rect b="b" l="l" r="r" t="t"/>
              <a:pathLst>
                <a:path extrusionOk="0" h="586582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0" name="Google Shape;290;p7"/>
            <p:cNvSpPr txBox="1"/>
            <p:nvPr/>
          </p:nvSpPr>
          <p:spPr>
            <a:xfrm>
              <a:off x="0" y="-38100"/>
              <a:ext cx="4668043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TPS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7"/>
          <p:cNvGrpSpPr/>
          <p:nvPr/>
        </p:nvGrpSpPr>
        <p:grpSpPr>
          <a:xfrm>
            <a:off x="1047155" y="5234434"/>
            <a:ext cx="3501032" cy="1028997"/>
            <a:chOff x="0" y="-95250"/>
            <a:chExt cx="4668043" cy="1371997"/>
          </a:xfrm>
        </p:grpSpPr>
        <p:sp>
          <p:nvSpPr>
            <p:cNvPr id="292" name="Google Shape;292;p7"/>
            <p:cNvSpPr/>
            <p:nvPr/>
          </p:nvSpPr>
          <p:spPr>
            <a:xfrm>
              <a:off x="0" y="0"/>
              <a:ext cx="4668043" cy="1276747"/>
            </a:xfrm>
            <a:custGeom>
              <a:rect b="b" l="l" r="r" t="t"/>
              <a:pathLst>
                <a:path extrusionOk="0" h="1276747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3" name="Google Shape;293;p7"/>
            <p:cNvSpPr txBox="1"/>
            <p:nvPr/>
          </p:nvSpPr>
          <p:spPr>
            <a:xfrm>
              <a:off x="0" y="-95250"/>
              <a:ext cx="46680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Sistemas de procesamiento de transacciones.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7"/>
          <p:cNvGrpSpPr/>
          <p:nvPr/>
        </p:nvGrpSpPr>
        <p:grpSpPr>
          <a:xfrm>
            <a:off x="5287566" y="4538216"/>
            <a:ext cx="3501032" cy="468511"/>
            <a:chOff x="0" y="-38100"/>
            <a:chExt cx="4668043" cy="624682"/>
          </a:xfrm>
        </p:grpSpPr>
        <p:sp>
          <p:nvSpPr>
            <p:cNvPr id="295" name="Google Shape;295;p7"/>
            <p:cNvSpPr/>
            <p:nvPr/>
          </p:nvSpPr>
          <p:spPr>
            <a:xfrm>
              <a:off x="0" y="0"/>
              <a:ext cx="4668043" cy="586582"/>
            </a:xfrm>
            <a:custGeom>
              <a:rect b="b" l="l" r="r" t="t"/>
              <a:pathLst>
                <a:path extrusionOk="0" h="586582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6" name="Google Shape;296;p7"/>
            <p:cNvSpPr txBox="1"/>
            <p:nvPr/>
          </p:nvSpPr>
          <p:spPr>
            <a:xfrm>
              <a:off x="0" y="-38100"/>
              <a:ext cx="4668043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7"/>
          <p:cNvGrpSpPr/>
          <p:nvPr/>
        </p:nvGrpSpPr>
        <p:grpSpPr>
          <a:xfrm>
            <a:off x="5287566" y="5234434"/>
            <a:ext cx="3501032" cy="1028997"/>
            <a:chOff x="0" y="-95250"/>
            <a:chExt cx="4668043" cy="1371997"/>
          </a:xfrm>
        </p:grpSpPr>
        <p:sp>
          <p:nvSpPr>
            <p:cNvPr id="298" name="Google Shape;298;p7"/>
            <p:cNvSpPr/>
            <p:nvPr/>
          </p:nvSpPr>
          <p:spPr>
            <a:xfrm>
              <a:off x="0" y="0"/>
              <a:ext cx="4668043" cy="1276747"/>
            </a:xfrm>
            <a:custGeom>
              <a:rect b="b" l="l" r="r" t="t"/>
              <a:pathLst>
                <a:path extrusionOk="0" h="1276747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9" name="Google Shape;299;p7"/>
            <p:cNvSpPr txBox="1"/>
            <p:nvPr/>
          </p:nvSpPr>
          <p:spPr>
            <a:xfrm>
              <a:off x="0" y="-95250"/>
              <a:ext cx="46680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Información gerencial para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7"/>
          <p:cNvGrpSpPr/>
          <p:nvPr/>
        </p:nvGrpSpPr>
        <p:grpSpPr>
          <a:xfrm>
            <a:off x="9527976" y="4538216"/>
            <a:ext cx="3501032" cy="468511"/>
            <a:chOff x="0" y="-38100"/>
            <a:chExt cx="4668043" cy="624682"/>
          </a:xfrm>
        </p:grpSpPr>
        <p:sp>
          <p:nvSpPr>
            <p:cNvPr id="301" name="Google Shape;301;p7"/>
            <p:cNvSpPr/>
            <p:nvPr/>
          </p:nvSpPr>
          <p:spPr>
            <a:xfrm>
              <a:off x="0" y="0"/>
              <a:ext cx="4668043" cy="586582"/>
            </a:xfrm>
            <a:custGeom>
              <a:rect b="b" l="l" r="r" t="t"/>
              <a:pathLst>
                <a:path extrusionOk="0" h="586582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2" name="Google Shape;302;p7"/>
            <p:cNvSpPr txBox="1"/>
            <p:nvPr/>
          </p:nvSpPr>
          <p:spPr>
            <a:xfrm>
              <a:off x="0" y="-38100"/>
              <a:ext cx="4668043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7"/>
          <p:cNvGrpSpPr/>
          <p:nvPr/>
        </p:nvGrpSpPr>
        <p:grpSpPr>
          <a:xfrm>
            <a:off x="9527976" y="5234434"/>
            <a:ext cx="3501032" cy="1028997"/>
            <a:chOff x="0" y="-95250"/>
            <a:chExt cx="4668043" cy="1371997"/>
          </a:xfrm>
        </p:grpSpPr>
        <p:sp>
          <p:nvSpPr>
            <p:cNvPr id="304" name="Google Shape;304;p7"/>
            <p:cNvSpPr/>
            <p:nvPr/>
          </p:nvSpPr>
          <p:spPr>
            <a:xfrm>
              <a:off x="0" y="0"/>
              <a:ext cx="4668043" cy="1276747"/>
            </a:xfrm>
            <a:custGeom>
              <a:rect b="b" l="l" r="r" t="t"/>
              <a:pathLst>
                <a:path extrusionOk="0" h="1276747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5" name="Google Shape;305;p7"/>
            <p:cNvSpPr txBox="1"/>
            <p:nvPr/>
          </p:nvSpPr>
          <p:spPr>
            <a:xfrm>
              <a:off x="0" y="-95250"/>
              <a:ext cx="46680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Soporte a decisiones complejas.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13768387" y="4538216"/>
            <a:ext cx="3501032" cy="468511"/>
            <a:chOff x="0" y="-38100"/>
            <a:chExt cx="4668043" cy="624682"/>
          </a:xfrm>
        </p:grpSpPr>
        <p:sp>
          <p:nvSpPr>
            <p:cNvPr id="307" name="Google Shape;307;p7"/>
            <p:cNvSpPr/>
            <p:nvPr/>
          </p:nvSpPr>
          <p:spPr>
            <a:xfrm>
              <a:off x="0" y="0"/>
              <a:ext cx="4668043" cy="586582"/>
            </a:xfrm>
            <a:custGeom>
              <a:rect b="b" l="l" r="r" t="t"/>
              <a:pathLst>
                <a:path extrusionOk="0" h="586582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8" name="Google Shape;308;p7"/>
            <p:cNvSpPr txBox="1"/>
            <p:nvPr/>
          </p:nvSpPr>
          <p:spPr>
            <a:xfrm>
              <a:off x="0" y="-38100"/>
              <a:ext cx="4668043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7"/>
          <p:cNvGrpSpPr/>
          <p:nvPr/>
        </p:nvGrpSpPr>
        <p:grpSpPr>
          <a:xfrm>
            <a:off x="13768387" y="5234434"/>
            <a:ext cx="3501032" cy="1028997"/>
            <a:chOff x="0" y="-95250"/>
            <a:chExt cx="4668043" cy="1371997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4668043" cy="1276747"/>
            </a:xfrm>
            <a:custGeom>
              <a:rect b="b" l="l" r="r" t="t"/>
              <a:pathLst>
                <a:path extrusionOk="0" h="1276747" w="4668043">
                  <a:moveTo>
                    <a:pt x="0" y="0"/>
                  </a:moveTo>
                  <a:lnTo>
                    <a:pt x="4668043" y="0"/>
                  </a:lnTo>
                  <a:lnTo>
                    <a:pt x="4668043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1" name="Google Shape;311;p7"/>
            <p:cNvSpPr txBox="1"/>
            <p:nvPr/>
          </p:nvSpPr>
          <p:spPr>
            <a:xfrm>
              <a:off x="0" y="-95250"/>
              <a:ext cx="4668043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Información ejecutiva resumida.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1047155" y="6797724"/>
            <a:ext cx="16193691" cy="550218"/>
            <a:chOff x="0" y="-95250"/>
            <a:chExt cx="21591588" cy="733623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21591588" cy="638373"/>
            </a:xfrm>
            <a:custGeom>
              <a:rect b="b" l="l" r="r" t="t"/>
              <a:pathLst>
                <a:path extrusionOk="0" h="638373" w="21591588">
                  <a:moveTo>
                    <a:pt x="0" y="0"/>
                  </a:moveTo>
                  <a:lnTo>
                    <a:pt x="21591588" y="0"/>
                  </a:lnTo>
                  <a:lnTo>
                    <a:pt x="21591588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95250"/>
              <a:ext cx="21591587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Sistemas expertos e inteligencia artificial completan el panorama.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23" name="Google Shape;32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325" name="Google Shape;325;p8"/>
          <p:cNvSpPr/>
          <p:nvPr/>
        </p:nvSpPr>
        <p:spPr>
          <a:xfrm>
            <a:off x="1143000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6" name="Google Shape;326;p8"/>
          <p:cNvGrpSpPr/>
          <p:nvPr/>
        </p:nvGrpSpPr>
        <p:grpSpPr>
          <a:xfrm>
            <a:off x="950416" y="1110853"/>
            <a:ext cx="9529168" cy="1632943"/>
            <a:chOff x="0" y="-47625"/>
            <a:chExt cx="12705557" cy="2177257"/>
          </a:xfrm>
        </p:grpSpPr>
        <p:sp>
          <p:nvSpPr>
            <p:cNvPr id="327" name="Google Shape;327;p8"/>
            <p:cNvSpPr/>
            <p:nvPr/>
          </p:nvSpPr>
          <p:spPr>
            <a:xfrm>
              <a:off x="0" y="0"/>
              <a:ext cx="12705557" cy="2129632"/>
            </a:xfrm>
            <a:custGeom>
              <a:rect b="b" l="l" r="r" t="t"/>
              <a:pathLst>
                <a:path extrusionOk="0" h="2129632" w="12705557">
                  <a:moveTo>
                    <a:pt x="0" y="0"/>
                  </a:moveTo>
                  <a:lnTo>
                    <a:pt x="12705557" y="0"/>
                  </a:lnTo>
                  <a:lnTo>
                    <a:pt x="12705557" y="2129632"/>
                  </a:lnTo>
                  <a:lnTo>
                    <a:pt x="0" y="21296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8" name="Google Shape;328;p8"/>
            <p:cNvSpPr txBox="1"/>
            <p:nvPr/>
          </p:nvSpPr>
          <p:spPr>
            <a:xfrm>
              <a:off x="0" y="-47625"/>
              <a:ext cx="12705557" cy="2177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de un Sistema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9" name="Google Shape;329;p8"/>
          <p:cNvSpPr/>
          <p:nvPr/>
        </p:nvSpPr>
        <p:spPr>
          <a:xfrm>
            <a:off x="950416" y="3151138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8"/>
          <p:cNvGrpSpPr/>
          <p:nvPr/>
        </p:nvGrpSpPr>
        <p:grpSpPr>
          <a:xfrm>
            <a:off x="1832819" y="3223021"/>
            <a:ext cx="3194894" cy="420737"/>
            <a:chOff x="0" y="-28575"/>
            <a:chExt cx="4259858" cy="560983"/>
          </a:xfrm>
        </p:grpSpPr>
        <p:sp>
          <p:nvSpPr>
            <p:cNvPr id="331" name="Google Shape;331;p8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2" name="Google Shape;332;p8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Hardware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8"/>
          <p:cNvGrpSpPr/>
          <p:nvPr/>
        </p:nvGrpSpPr>
        <p:grpSpPr>
          <a:xfrm>
            <a:off x="1832819" y="3749427"/>
            <a:ext cx="8646765" cy="491729"/>
            <a:chOff x="0" y="-76200"/>
            <a:chExt cx="11529020" cy="655638"/>
          </a:xfrm>
        </p:grpSpPr>
        <p:sp>
          <p:nvSpPr>
            <p:cNvPr id="334" name="Google Shape;334;p8"/>
            <p:cNvSpPr/>
            <p:nvPr/>
          </p:nvSpPr>
          <p:spPr>
            <a:xfrm>
              <a:off x="0" y="0"/>
              <a:ext cx="11529020" cy="579438"/>
            </a:xfrm>
            <a:custGeom>
              <a:rect b="b" l="l" r="r" t="t"/>
              <a:pathLst>
                <a:path extrusionOk="0" h="579438" w="11529020">
                  <a:moveTo>
                    <a:pt x="0" y="0"/>
                  </a:moveTo>
                  <a:lnTo>
                    <a:pt x="11529020" y="0"/>
                  </a:lnTo>
                  <a:lnTo>
                    <a:pt x="11529020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5" name="Google Shape;335;p8"/>
            <p:cNvSpPr txBox="1"/>
            <p:nvPr/>
          </p:nvSpPr>
          <p:spPr>
            <a:xfrm>
              <a:off x="0" y="-76200"/>
              <a:ext cx="11529020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Equipos físicos para procesamiento y almacenamiento.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p8"/>
          <p:cNvSpPr/>
          <p:nvPr/>
        </p:nvSpPr>
        <p:spPr>
          <a:xfrm>
            <a:off x="950416" y="4784229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8"/>
          <p:cNvGrpSpPr/>
          <p:nvPr/>
        </p:nvGrpSpPr>
        <p:grpSpPr>
          <a:xfrm>
            <a:off x="1832819" y="4856113"/>
            <a:ext cx="3194894" cy="420737"/>
            <a:chOff x="0" y="-28575"/>
            <a:chExt cx="4259858" cy="560983"/>
          </a:xfrm>
        </p:grpSpPr>
        <p:sp>
          <p:nvSpPr>
            <p:cNvPr id="338" name="Google Shape;338;p8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9" name="Google Shape;339;p8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Software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8"/>
          <p:cNvGrpSpPr/>
          <p:nvPr/>
        </p:nvGrpSpPr>
        <p:grpSpPr>
          <a:xfrm>
            <a:off x="1832819" y="5382518"/>
            <a:ext cx="8646765" cy="491729"/>
            <a:chOff x="0" y="-76200"/>
            <a:chExt cx="11529020" cy="655638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11529020" cy="579438"/>
            </a:xfrm>
            <a:custGeom>
              <a:rect b="b" l="l" r="r" t="t"/>
              <a:pathLst>
                <a:path extrusionOk="0" h="579438" w="11529020">
                  <a:moveTo>
                    <a:pt x="0" y="0"/>
                  </a:moveTo>
                  <a:lnTo>
                    <a:pt x="11529020" y="0"/>
                  </a:lnTo>
                  <a:lnTo>
                    <a:pt x="11529020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2" name="Google Shape;342;p8"/>
            <p:cNvSpPr txBox="1"/>
            <p:nvPr/>
          </p:nvSpPr>
          <p:spPr>
            <a:xfrm>
              <a:off x="0" y="-76200"/>
              <a:ext cx="11529020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Programas que transforman datos en información útil.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8"/>
          <p:cNvSpPr/>
          <p:nvPr/>
        </p:nvSpPr>
        <p:spPr>
          <a:xfrm>
            <a:off x="950416" y="6417320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8"/>
          <p:cNvGrpSpPr/>
          <p:nvPr/>
        </p:nvGrpSpPr>
        <p:grpSpPr>
          <a:xfrm>
            <a:off x="1832819" y="6489204"/>
            <a:ext cx="3194894" cy="420737"/>
            <a:chOff x="0" y="-28575"/>
            <a:chExt cx="4259858" cy="560983"/>
          </a:xfrm>
        </p:grpSpPr>
        <p:sp>
          <p:nvSpPr>
            <p:cNvPr id="345" name="Google Shape;345;p8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6" name="Google Shape;346;p8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Datos y Red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8"/>
          <p:cNvGrpSpPr/>
          <p:nvPr/>
        </p:nvGrpSpPr>
        <p:grpSpPr>
          <a:xfrm>
            <a:off x="1832819" y="7015609"/>
            <a:ext cx="8646765" cy="491729"/>
            <a:chOff x="0" y="-76200"/>
            <a:chExt cx="11529020" cy="655638"/>
          </a:xfrm>
        </p:grpSpPr>
        <p:sp>
          <p:nvSpPr>
            <p:cNvPr id="348" name="Google Shape;348;p8"/>
            <p:cNvSpPr/>
            <p:nvPr/>
          </p:nvSpPr>
          <p:spPr>
            <a:xfrm>
              <a:off x="0" y="0"/>
              <a:ext cx="11529020" cy="579438"/>
            </a:xfrm>
            <a:custGeom>
              <a:rect b="b" l="l" r="r" t="t"/>
              <a:pathLst>
                <a:path extrusionOk="0" h="579438" w="11529020">
                  <a:moveTo>
                    <a:pt x="0" y="0"/>
                  </a:moveTo>
                  <a:lnTo>
                    <a:pt x="11529020" y="0"/>
                  </a:lnTo>
                  <a:lnTo>
                    <a:pt x="11529020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9" name="Google Shape;349;p8"/>
            <p:cNvSpPr txBox="1"/>
            <p:nvPr/>
          </p:nvSpPr>
          <p:spPr>
            <a:xfrm>
              <a:off x="0" y="-76200"/>
              <a:ext cx="11529020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Datos empresariales e infraestructura para compartir recursos.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0" name="Google Shape;350;p8"/>
          <p:cNvSpPr/>
          <p:nvPr/>
        </p:nvSpPr>
        <p:spPr>
          <a:xfrm>
            <a:off x="950416" y="8050411"/>
            <a:ext cx="610933" cy="610933"/>
          </a:xfrm>
          <a:custGeom>
            <a:rect b="b" l="l" r="r" t="t"/>
            <a:pathLst>
              <a:path extrusionOk="0" h="814578" w="814578">
                <a:moveTo>
                  <a:pt x="0" y="54356"/>
                </a:moveTo>
                <a:cubicBezTo>
                  <a:pt x="0" y="24257"/>
                  <a:pt x="24257" y="0"/>
                  <a:pt x="54356" y="0"/>
                </a:cubicBezTo>
                <a:lnTo>
                  <a:pt x="760222" y="0"/>
                </a:lnTo>
                <a:cubicBezTo>
                  <a:pt x="790194" y="0"/>
                  <a:pt x="814578" y="24257"/>
                  <a:pt x="814578" y="54356"/>
                </a:cubicBezTo>
                <a:lnTo>
                  <a:pt x="814578" y="760222"/>
                </a:lnTo>
                <a:cubicBezTo>
                  <a:pt x="814578" y="790194"/>
                  <a:pt x="790321" y="814578"/>
                  <a:pt x="760222" y="814578"/>
                </a:cubicBezTo>
                <a:lnTo>
                  <a:pt x="54356" y="814578"/>
                </a:lnTo>
                <a:cubicBezTo>
                  <a:pt x="24257" y="814578"/>
                  <a:pt x="0" y="790321"/>
                  <a:pt x="0" y="760222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8"/>
          <p:cNvGrpSpPr/>
          <p:nvPr/>
        </p:nvGrpSpPr>
        <p:grpSpPr>
          <a:xfrm>
            <a:off x="1832819" y="8122295"/>
            <a:ext cx="3194894" cy="420737"/>
            <a:chOff x="0" y="-28575"/>
            <a:chExt cx="4259858" cy="56098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259858" cy="532408"/>
            </a:xfrm>
            <a:custGeom>
              <a:rect b="b" l="l" r="r" t="t"/>
              <a:pathLst>
                <a:path extrusionOk="0" h="532408" w="4259858">
                  <a:moveTo>
                    <a:pt x="0" y="0"/>
                  </a:moveTo>
                  <a:lnTo>
                    <a:pt x="4259858" y="0"/>
                  </a:lnTo>
                  <a:lnTo>
                    <a:pt x="4259858" y="532408"/>
                  </a:lnTo>
                  <a:lnTo>
                    <a:pt x="0" y="532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3" name="Google Shape;353;p8"/>
            <p:cNvSpPr txBox="1"/>
            <p:nvPr/>
          </p:nvSpPr>
          <p:spPr>
            <a:xfrm>
              <a:off x="0" y="-28575"/>
              <a:ext cx="4259858" cy="560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Personas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8"/>
          <p:cNvGrpSpPr/>
          <p:nvPr/>
        </p:nvGrpSpPr>
        <p:grpSpPr>
          <a:xfrm>
            <a:off x="1832819" y="8648700"/>
            <a:ext cx="8646765" cy="491729"/>
            <a:chOff x="0" y="-76200"/>
            <a:chExt cx="11529020" cy="655638"/>
          </a:xfrm>
        </p:grpSpPr>
        <p:sp>
          <p:nvSpPr>
            <p:cNvPr id="355" name="Google Shape;355;p8"/>
            <p:cNvSpPr/>
            <p:nvPr/>
          </p:nvSpPr>
          <p:spPr>
            <a:xfrm>
              <a:off x="0" y="0"/>
              <a:ext cx="11529020" cy="579438"/>
            </a:xfrm>
            <a:custGeom>
              <a:rect b="b" l="l" r="r" t="t"/>
              <a:pathLst>
                <a:path extrusionOk="0" h="579438" w="11529020">
                  <a:moveTo>
                    <a:pt x="0" y="0"/>
                  </a:moveTo>
                  <a:lnTo>
                    <a:pt x="11529020" y="0"/>
                  </a:lnTo>
                  <a:lnTo>
                    <a:pt x="11529020" y="579438"/>
                  </a:lnTo>
                  <a:lnTo>
                    <a:pt x="0" y="579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8"/>
            <p:cNvSpPr txBox="1"/>
            <p:nvPr/>
          </p:nvSpPr>
          <p:spPr>
            <a:xfrm>
              <a:off x="0" y="-76200"/>
              <a:ext cx="11529020" cy="655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87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25"/>
                <a:buFont typeface="Arial"/>
                <a:buNone/>
              </a:pPr>
              <a:r>
                <a:rPr b="0" i="0" lang="en-US" sz="2125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Usuarios y desarrolladores esenciales para el sistema.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65" name="Google Shape;36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367" name="Google Shape;367;p9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8" name="Google Shape;368;p9"/>
          <p:cNvGrpSpPr/>
          <p:nvPr/>
        </p:nvGrpSpPr>
        <p:grpSpPr>
          <a:xfrm>
            <a:off x="7905155" y="1303288"/>
            <a:ext cx="9335691" cy="1802903"/>
            <a:chOff x="0" y="-57150"/>
            <a:chExt cx="12447588" cy="2403872"/>
          </a:xfrm>
        </p:grpSpPr>
        <p:sp>
          <p:nvSpPr>
            <p:cNvPr id="369" name="Google Shape;369;p9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0" name="Google Shape;370;p9"/>
            <p:cNvSpPr txBox="1"/>
            <p:nvPr/>
          </p:nvSpPr>
          <p:spPr>
            <a:xfrm>
              <a:off x="0" y="-57150"/>
              <a:ext cx="12447588" cy="2403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Importancia en la Empresa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71" name="Google Shape;371;p9"/>
          <p:cNvSpPr/>
          <p:nvPr/>
        </p:nvSpPr>
        <p:spPr>
          <a:xfrm>
            <a:off x="7905155" y="3554909"/>
            <a:ext cx="1496020" cy="1795314"/>
          </a:xfrm>
          <a:custGeom>
            <a:rect b="b" l="l" r="r" t="t"/>
            <a:pathLst>
              <a:path extrusionOk="0" h="1795314" w="1496020">
                <a:moveTo>
                  <a:pt x="0" y="0"/>
                </a:moveTo>
                <a:lnTo>
                  <a:pt x="1496020" y="0"/>
                </a:lnTo>
                <a:lnTo>
                  <a:pt x="1496020" y="1795314"/>
                </a:lnTo>
                <a:lnTo>
                  <a:pt x="0" y="1795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5" r="-106" t="0"/>
            </a:stretch>
          </a:blipFill>
          <a:ln>
            <a:noFill/>
          </a:ln>
        </p:spPr>
      </p:sp>
      <p:grpSp>
        <p:nvGrpSpPr>
          <p:cNvPr id="372" name="Google Shape;372;p9"/>
          <p:cNvGrpSpPr/>
          <p:nvPr/>
        </p:nvGrpSpPr>
        <p:grpSpPr>
          <a:xfrm>
            <a:off x="9849891" y="3825479"/>
            <a:ext cx="3520231" cy="468511"/>
            <a:chOff x="0" y="-38100"/>
            <a:chExt cx="4693642" cy="624682"/>
          </a:xfrm>
        </p:grpSpPr>
        <p:sp>
          <p:nvSpPr>
            <p:cNvPr id="373" name="Google Shape;373;p9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4" name="Google Shape;374;p9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Eficiencia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9"/>
          <p:cNvGrpSpPr/>
          <p:nvPr/>
        </p:nvGrpSpPr>
        <p:grpSpPr>
          <a:xfrm>
            <a:off x="9849891" y="4402038"/>
            <a:ext cx="7390954" cy="550218"/>
            <a:chOff x="0" y="-95250"/>
            <a:chExt cx="9854605" cy="733623"/>
          </a:xfrm>
        </p:grpSpPr>
        <p:sp>
          <p:nvSpPr>
            <p:cNvPr id="376" name="Google Shape;376;p9"/>
            <p:cNvSpPr/>
            <p:nvPr/>
          </p:nvSpPr>
          <p:spPr>
            <a:xfrm>
              <a:off x="0" y="0"/>
              <a:ext cx="9854605" cy="638373"/>
            </a:xfrm>
            <a:custGeom>
              <a:rect b="b" l="l" r="r" t="t"/>
              <a:pathLst>
                <a:path extrusionOk="0" h="638373" w="9854605">
                  <a:moveTo>
                    <a:pt x="0" y="0"/>
                  </a:moveTo>
                  <a:lnTo>
                    <a:pt x="9854605" y="0"/>
                  </a:lnTo>
                  <a:lnTo>
                    <a:pt x="985460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7" name="Google Shape;377;p9"/>
            <p:cNvSpPr txBox="1"/>
            <p:nvPr/>
          </p:nvSpPr>
          <p:spPr>
            <a:xfrm>
              <a:off x="0" y="-95250"/>
              <a:ext cx="985460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Gestiona grandes volúmenes de datos con rapidez.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78" name="Google Shape;378;p9"/>
          <p:cNvSpPr/>
          <p:nvPr/>
        </p:nvSpPr>
        <p:spPr>
          <a:xfrm>
            <a:off x="7905155" y="5350223"/>
            <a:ext cx="1496020" cy="1795314"/>
          </a:xfrm>
          <a:custGeom>
            <a:rect b="b" l="l" r="r" t="t"/>
            <a:pathLst>
              <a:path extrusionOk="0" h="1795314" w="1496020">
                <a:moveTo>
                  <a:pt x="0" y="0"/>
                </a:moveTo>
                <a:lnTo>
                  <a:pt x="1496020" y="0"/>
                </a:lnTo>
                <a:lnTo>
                  <a:pt x="1496020" y="1795313"/>
                </a:lnTo>
                <a:lnTo>
                  <a:pt x="0" y="17953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05" r="-106" t="0"/>
            </a:stretch>
          </a:blipFill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9849891" y="5620791"/>
            <a:ext cx="4152305" cy="468511"/>
            <a:chOff x="0" y="-38100"/>
            <a:chExt cx="5536407" cy="624682"/>
          </a:xfrm>
        </p:grpSpPr>
        <p:sp>
          <p:nvSpPr>
            <p:cNvPr id="380" name="Google Shape;380;p9"/>
            <p:cNvSpPr/>
            <p:nvPr/>
          </p:nvSpPr>
          <p:spPr>
            <a:xfrm>
              <a:off x="0" y="0"/>
              <a:ext cx="5536407" cy="586582"/>
            </a:xfrm>
            <a:custGeom>
              <a:rect b="b" l="l" r="r" t="t"/>
              <a:pathLst>
                <a:path extrusionOk="0" h="586582" w="5536407">
                  <a:moveTo>
                    <a:pt x="0" y="0"/>
                  </a:moveTo>
                  <a:lnTo>
                    <a:pt x="5536407" y="0"/>
                  </a:lnTo>
                  <a:lnTo>
                    <a:pt x="5536407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1" name="Google Shape;381;p9"/>
            <p:cNvSpPr txBox="1"/>
            <p:nvPr/>
          </p:nvSpPr>
          <p:spPr>
            <a:xfrm>
              <a:off x="0" y="-38100"/>
              <a:ext cx="5536407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Toma de Decisiones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9"/>
          <p:cNvGrpSpPr/>
          <p:nvPr/>
        </p:nvGrpSpPr>
        <p:grpSpPr>
          <a:xfrm>
            <a:off x="9849891" y="6197352"/>
            <a:ext cx="7390954" cy="550218"/>
            <a:chOff x="0" y="-95250"/>
            <a:chExt cx="9854605" cy="733623"/>
          </a:xfrm>
        </p:grpSpPr>
        <p:sp>
          <p:nvSpPr>
            <p:cNvPr id="383" name="Google Shape;383;p9"/>
            <p:cNvSpPr/>
            <p:nvPr/>
          </p:nvSpPr>
          <p:spPr>
            <a:xfrm>
              <a:off x="0" y="0"/>
              <a:ext cx="9854605" cy="638373"/>
            </a:xfrm>
            <a:custGeom>
              <a:rect b="b" l="l" r="r" t="t"/>
              <a:pathLst>
                <a:path extrusionOk="0" h="638373" w="9854605">
                  <a:moveTo>
                    <a:pt x="0" y="0"/>
                  </a:moveTo>
                  <a:lnTo>
                    <a:pt x="9854605" y="0"/>
                  </a:lnTo>
                  <a:lnTo>
                    <a:pt x="985460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4" name="Google Shape;384;p9"/>
            <p:cNvSpPr txBox="1"/>
            <p:nvPr/>
          </p:nvSpPr>
          <p:spPr>
            <a:xfrm>
              <a:off x="0" y="-95250"/>
              <a:ext cx="985460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Soporte esencial para estrategias organizacionales.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385" name="Google Shape;385;p9"/>
          <p:cNvSpPr/>
          <p:nvPr/>
        </p:nvSpPr>
        <p:spPr>
          <a:xfrm>
            <a:off x="7905155" y="7145536"/>
            <a:ext cx="1496020" cy="1795314"/>
          </a:xfrm>
          <a:custGeom>
            <a:rect b="b" l="l" r="r" t="t"/>
            <a:pathLst>
              <a:path extrusionOk="0" h="1795314" w="1496020">
                <a:moveTo>
                  <a:pt x="0" y="0"/>
                </a:moveTo>
                <a:lnTo>
                  <a:pt x="1496020" y="0"/>
                </a:lnTo>
                <a:lnTo>
                  <a:pt x="1496020" y="1795314"/>
                </a:lnTo>
                <a:lnTo>
                  <a:pt x="0" y="1795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05" r="-106" t="0"/>
            </a:stretch>
          </a:blipFill>
          <a:ln>
            <a:noFill/>
          </a:ln>
        </p:spPr>
      </p:sp>
      <p:grpSp>
        <p:nvGrpSpPr>
          <p:cNvPr id="386" name="Google Shape;386;p9"/>
          <p:cNvGrpSpPr/>
          <p:nvPr/>
        </p:nvGrpSpPr>
        <p:grpSpPr>
          <a:xfrm>
            <a:off x="9849891" y="7416105"/>
            <a:ext cx="4328220" cy="468511"/>
            <a:chOff x="0" y="-38100"/>
            <a:chExt cx="5770960" cy="624682"/>
          </a:xfrm>
        </p:grpSpPr>
        <p:sp>
          <p:nvSpPr>
            <p:cNvPr id="387" name="Google Shape;387;p9"/>
            <p:cNvSpPr/>
            <p:nvPr/>
          </p:nvSpPr>
          <p:spPr>
            <a:xfrm>
              <a:off x="0" y="0"/>
              <a:ext cx="5770960" cy="586582"/>
            </a:xfrm>
            <a:custGeom>
              <a:rect b="b" l="l" r="r" t="t"/>
              <a:pathLst>
                <a:path extrusionOk="0" h="586582" w="5770960">
                  <a:moveTo>
                    <a:pt x="0" y="0"/>
                  </a:moveTo>
                  <a:lnTo>
                    <a:pt x="5770960" y="0"/>
                  </a:lnTo>
                  <a:lnTo>
                    <a:pt x="5770960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8" name="Google Shape;388;p9"/>
            <p:cNvSpPr txBox="1"/>
            <p:nvPr/>
          </p:nvSpPr>
          <p:spPr>
            <a:xfrm>
              <a:off x="0" y="-38100"/>
              <a:ext cx="5770960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Ventaja Competitiva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9"/>
          <p:cNvGrpSpPr/>
          <p:nvPr/>
        </p:nvGrpSpPr>
        <p:grpSpPr>
          <a:xfrm>
            <a:off x="9849891" y="7992666"/>
            <a:ext cx="7390954" cy="550218"/>
            <a:chOff x="0" y="-95250"/>
            <a:chExt cx="9854605" cy="733623"/>
          </a:xfrm>
        </p:grpSpPr>
        <p:sp>
          <p:nvSpPr>
            <p:cNvPr id="390" name="Google Shape;390;p9"/>
            <p:cNvSpPr/>
            <p:nvPr/>
          </p:nvSpPr>
          <p:spPr>
            <a:xfrm>
              <a:off x="0" y="0"/>
              <a:ext cx="9854605" cy="638373"/>
            </a:xfrm>
            <a:custGeom>
              <a:rect b="b" l="l" r="r" t="t"/>
              <a:pathLst>
                <a:path extrusionOk="0" h="638373" w="9854605">
                  <a:moveTo>
                    <a:pt x="0" y="0"/>
                  </a:moveTo>
                  <a:lnTo>
                    <a:pt x="9854605" y="0"/>
                  </a:lnTo>
                  <a:lnTo>
                    <a:pt x="985460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1" name="Google Shape;391;p9"/>
            <p:cNvSpPr txBox="1"/>
            <p:nvPr/>
          </p:nvSpPr>
          <p:spPr>
            <a:xfrm>
              <a:off x="0" y="-95250"/>
              <a:ext cx="985460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Mejora procesos y conocimiento empresarial.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00" name="Google Shape;400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grpSp>
        <p:nvGrpSpPr>
          <p:cNvPr id="402" name="Google Shape;402;p10"/>
          <p:cNvGrpSpPr/>
          <p:nvPr/>
        </p:nvGrpSpPr>
        <p:grpSpPr>
          <a:xfrm>
            <a:off x="1047155" y="2784574"/>
            <a:ext cx="7671792" cy="922883"/>
            <a:chOff x="0" y="-57150"/>
            <a:chExt cx="10229057" cy="1230512"/>
          </a:xfrm>
        </p:grpSpPr>
        <p:sp>
          <p:nvSpPr>
            <p:cNvPr id="403" name="Google Shape;403;p10"/>
            <p:cNvSpPr/>
            <p:nvPr/>
          </p:nvSpPr>
          <p:spPr>
            <a:xfrm>
              <a:off x="0" y="0"/>
              <a:ext cx="10229057" cy="1173362"/>
            </a:xfrm>
            <a:custGeom>
              <a:rect b="b" l="l" r="r" t="t"/>
              <a:pathLst>
                <a:path extrusionOk="0" h="1173362" w="10229057">
                  <a:moveTo>
                    <a:pt x="0" y="0"/>
                  </a:moveTo>
                  <a:lnTo>
                    <a:pt x="10229057" y="0"/>
                  </a:lnTo>
                  <a:lnTo>
                    <a:pt x="10229057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4" name="Google Shape;404;p10"/>
            <p:cNvSpPr txBox="1"/>
            <p:nvPr/>
          </p:nvSpPr>
          <p:spPr>
            <a:xfrm>
              <a:off x="0" y="-57150"/>
              <a:ext cx="10229057" cy="1230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Desafíos Actuales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5" name="Google Shape;405;p10"/>
          <p:cNvGrpSpPr/>
          <p:nvPr/>
        </p:nvGrpSpPr>
        <p:grpSpPr>
          <a:xfrm>
            <a:off x="1047155" y="4426744"/>
            <a:ext cx="3520231" cy="468511"/>
            <a:chOff x="0" y="-38100"/>
            <a:chExt cx="4693642" cy="624682"/>
          </a:xfrm>
        </p:grpSpPr>
        <p:sp>
          <p:nvSpPr>
            <p:cNvPr id="406" name="Google Shape;406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10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Seguridad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10"/>
          <p:cNvGrpSpPr/>
          <p:nvPr/>
        </p:nvGrpSpPr>
        <p:grpSpPr>
          <a:xfrm>
            <a:off x="1047155" y="5122961"/>
            <a:ext cx="7731919" cy="550218"/>
            <a:chOff x="0" y="-95250"/>
            <a:chExt cx="10309225" cy="733623"/>
          </a:xfrm>
        </p:grpSpPr>
        <p:sp>
          <p:nvSpPr>
            <p:cNvPr id="409" name="Google Shape;409;p10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0" name="Google Shape;410;p10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Protección contra amenazas y robo de información.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" name="Google Shape;411;p10"/>
          <p:cNvGrpSpPr/>
          <p:nvPr/>
        </p:nvGrpSpPr>
        <p:grpSpPr>
          <a:xfrm>
            <a:off x="1047155" y="5943749"/>
            <a:ext cx="3520231" cy="468511"/>
            <a:chOff x="0" y="-38100"/>
            <a:chExt cx="4693642" cy="624682"/>
          </a:xfrm>
        </p:grpSpPr>
        <p:sp>
          <p:nvSpPr>
            <p:cNvPr id="412" name="Google Shape;412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3" name="Google Shape;413;p10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Integración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10"/>
          <p:cNvGrpSpPr/>
          <p:nvPr/>
        </p:nvGrpSpPr>
        <p:grpSpPr>
          <a:xfrm>
            <a:off x="1047155" y="6639966"/>
            <a:ext cx="7731919" cy="550218"/>
            <a:chOff x="0" y="-95250"/>
            <a:chExt cx="10309225" cy="733623"/>
          </a:xfrm>
        </p:grpSpPr>
        <p:sp>
          <p:nvSpPr>
            <p:cNvPr id="415" name="Google Shape;415;p10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6" name="Google Shape;416;p10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Unir sistemas antiguos con tecnologías modernas.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10"/>
          <p:cNvGrpSpPr/>
          <p:nvPr/>
        </p:nvGrpSpPr>
        <p:grpSpPr>
          <a:xfrm>
            <a:off x="9518451" y="4426744"/>
            <a:ext cx="3520231" cy="468511"/>
            <a:chOff x="0" y="-38100"/>
            <a:chExt cx="4693642" cy="624682"/>
          </a:xfrm>
        </p:grpSpPr>
        <p:sp>
          <p:nvSpPr>
            <p:cNvPr id="418" name="Google Shape;418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9" name="Google Shape;419;p10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Big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0" name="Google Shape;420;p10"/>
          <p:cNvGrpSpPr/>
          <p:nvPr/>
        </p:nvGrpSpPr>
        <p:grpSpPr>
          <a:xfrm>
            <a:off x="9518451" y="5122961"/>
            <a:ext cx="7731919" cy="550218"/>
            <a:chOff x="0" y="-95250"/>
            <a:chExt cx="10309225" cy="733623"/>
          </a:xfrm>
        </p:grpSpPr>
        <p:sp>
          <p:nvSpPr>
            <p:cNvPr id="421" name="Google Shape;421;p10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2" name="Google Shape;422;p10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Administración eficiente del volumen creciente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10"/>
          <p:cNvGrpSpPr/>
          <p:nvPr/>
        </p:nvGrpSpPr>
        <p:grpSpPr>
          <a:xfrm>
            <a:off x="9518451" y="5943749"/>
            <a:ext cx="3520231" cy="468511"/>
            <a:chOff x="0" y="-38100"/>
            <a:chExt cx="4693642" cy="624682"/>
          </a:xfrm>
        </p:grpSpPr>
        <p:sp>
          <p:nvSpPr>
            <p:cNvPr id="424" name="Google Shape;424;p10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5" name="Google Shape;425;p10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Capacitación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10"/>
          <p:cNvGrpSpPr/>
          <p:nvPr/>
        </p:nvGrpSpPr>
        <p:grpSpPr>
          <a:xfrm>
            <a:off x="9518451" y="6639966"/>
            <a:ext cx="7731919" cy="550218"/>
            <a:chOff x="0" y="-95250"/>
            <a:chExt cx="10309225" cy="733623"/>
          </a:xfrm>
        </p:grpSpPr>
        <p:sp>
          <p:nvSpPr>
            <p:cNvPr id="427" name="Google Shape;427;p10"/>
            <p:cNvSpPr/>
            <p:nvPr/>
          </p:nvSpPr>
          <p:spPr>
            <a:xfrm>
              <a:off x="0" y="0"/>
              <a:ext cx="10309225" cy="638373"/>
            </a:xfrm>
            <a:custGeom>
              <a:rect b="b" l="l" r="r" t="t"/>
              <a:pathLst>
                <a:path extrusionOk="0" h="638373" w="10309225">
                  <a:moveTo>
                    <a:pt x="0" y="0"/>
                  </a:moveTo>
                  <a:lnTo>
                    <a:pt x="10309225" y="0"/>
                  </a:lnTo>
                  <a:lnTo>
                    <a:pt x="103092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8" name="Google Shape;428;p10"/>
            <p:cNvSpPr txBox="1"/>
            <p:nvPr/>
          </p:nvSpPr>
          <p:spPr>
            <a:xfrm>
              <a:off x="0" y="-95250"/>
              <a:ext cx="103092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Formación continua para mantener habilidades actualizadas.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37" name="Google Shape;43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439" name="Google Shape;439;p11"/>
          <p:cNvSpPr/>
          <p:nvPr/>
        </p:nvSpPr>
        <p:spPr>
          <a:xfrm>
            <a:off x="0" y="0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0" name="Google Shape;440;p11"/>
          <p:cNvGrpSpPr/>
          <p:nvPr/>
        </p:nvGrpSpPr>
        <p:grpSpPr>
          <a:xfrm>
            <a:off x="7875091" y="1394966"/>
            <a:ext cx="9198769" cy="890439"/>
            <a:chOff x="0" y="-47625"/>
            <a:chExt cx="12265025" cy="1187252"/>
          </a:xfrm>
        </p:grpSpPr>
        <p:sp>
          <p:nvSpPr>
            <p:cNvPr id="441" name="Google Shape;441;p11"/>
            <p:cNvSpPr/>
            <p:nvPr/>
          </p:nvSpPr>
          <p:spPr>
            <a:xfrm>
              <a:off x="0" y="0"/>
              <a:ext cx="12265025" cy="1139627"/>
            </a:xfrm>
            <a:custGeom>
              <a:rect b="b" l="l" r="r" t="t"/>
              <a:pathLst>
                <a:path extrusionOk="0" h="1139627" w="12265025">
                  <a:moveTo>
                    <a:pt x="0" y="0"/>
                  </a:moveTo>
                  <a:lnTo>
                    <a:pt x="12265025" y="0"/>
                  </a:lnTo>
                  <a:lnTo>
                    <a:pt x="12265025" y="1139627"/>
                  </a:lnTo>
                  <a:lnTo>
                    <a:pt x="0" y="11396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2" name="Google Shape;442;p11"/>
            <p:cNvSpPr txBox="1"/>
            <p:nvPr/>
          </p:nvSpPr>
          <p:spPr>
            <a:xfrm>
              <a:off x="0" y="-47625"/>
              <a:ext cx="12265025" cy="1187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43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74"/>
                <a:buFont typeface="Arial"/>
                <a:buNone/>
              </a:pPr>
              <a:r>
                <a:rPr b="0" i="0" lang="en-US" sz="5374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Ejemplos en Empresas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43" name="Google Shape;443;p11"/>
          <p:cNvSpPr/>
          <p:nvPr/>
        </p:nvSpPr>
        <p:spPr>
          <a:xfrm>
            <a:off x="7875091" y="2721322"/>
            <a:ext cx="722411" cy="722411"/>
          </a:xfrm>
          <a:custGeom>
            <a:rect b="b" l="l" r="r" t="t"/>
            <a:pathLst>
              <a:path extrusionOk="0" h="722411" w="722411">
                <a:moveTo>
                  <a:pt x="0" y="0"/>
                </a:moveTo>
                <a:lnTo>
                  <a:pt x="722411" y="0"/>
                </a:lnTo>
                <a:lnTo>
                  <a:pt x="722411" y="722412"/>
                </a:lnTo>
                <a:lnTo>
                  <a:pt x="0" y="72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4" name="Google Shape;444;p11"/>
          <p:cNvGrpSpPr/>
          <p:nvPr/>
        </p:nvGrpSpPr>
        <p:grpSpPr>
          <a:xfrm>
            <a:off x="7875091" y="3712815"/>
            <a:ext cx="2889796" cy="448716"/>
            <a:chOff x="0" y="-28575"/>
            <a:chExt cx="3853062" cy="598288"/>
          </a:xfrm>
        </p:grpSpPr>
        <p:sp>
          <p:nvSpPr>
            <p:cNvPr id="445" name="Google Shape;445;p11"/>
            <p:cNvSpPr/>
            <p:nvPr/>
          </p:nvSpPr>
          <p:spPr>
            <a:xfrm>
              <a:off x="0" y="0"/>
              <a:ext cx="3853062" cy="569713"/>
            </a:xfrm>
            <a:custGeom>
              <a:rect b="b" l="l" r="r" t="t"/>
              <a:pathLst>
                <a:path extrusionOk="0" h="569713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6" name="Google Shape;446;p11"/>
            <p:cNvSpPr txBox="1"/>
            <p:nvPr/>
          </p:nvSpPr>
          <p:spPr>
            <a:xfrm>
              <a:off x="0" y="-28575"/>
              <a:ext cx="3853062" cy="59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26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0" i="0" lang="en-US" sz="2687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CRM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7" name="Google Shape;447;p11"/>
          <p:cNvGrpSpPr/>
          <p:nvPr/>
        </p:nvGrpSpPr>
        <p:grpSpPr>
          <a:xfrm>
            <a:off x="7875091" y="4264372"/>
            <a:ext cx="2889796" cy="1001317"/>
            <a:chOff x="0" y="-95250"/>
            <a:chExt cx="3853062" cy="1335088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3853062" cy="1239838"/>
            </a:xfrm>
            <a:custGeom>
              <a:rect b="b" l="l" r="r" t="t"/>
              <a:pathLst>
                <a:path extrusionOk="0" h="1239838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1239838"/>
                  </a:lnTo>
                  <a:lnTo>
                    <a:pt x="0" y="123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9" name="Google Shape;449;p11"/>
            <p:cNvSpPr txBox="1"/>
            <p:nvPr/>
          </p:nvSpPr>
          <p:spPr>
            <a:xfrm>
              <a:off x="0" y="-95250"/>
              <a:ext cx="3853062" cy="1335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Gestión de relaciones con clientes.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50" name="Google Shape;450;p11"/>
          <p:cNvSpPr/>
          <p:nvPr/>
        </p:nvSpPr>
        <p:spPr>
          <a:xfrm>
            <a:off x="11128027" y="2721322"/>
            <a:ext cx="722411" cy="722411"/>
          </a:xfrm>
          <a:custGeom>
            <a:rect b="b" l="l" r="r" t="t"/>
            <a:pathLst>
              <a:path extrusionOk="0" h="722411" w="722411">
                <a:moveTo>
                  <a:pt x="0" y="0"/>
                </a:moveTo>
                <a:lnTo>
                  <a:pt x="722412" y="0"/>
                </a:lnTo>
                <a:lnTo>
                  <a:pt x="722412" y="722412"/>
                </a:lnTo>
                <a:lnTo>
                  <a:pt x="0" y="72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1" name="Google Shape;451;p11"/>
          <p:cNvGrpSpPr/>
          <p:nvPr/>
        </p:nvGrpSpPr>
        <p:grpSpPr>
          <a:xfrm>
            <a:off x="11128027" y="3712815"/>
            <a:ext cx="2889796" cy="448716"/>
            <a:chOff x="0" y="-28575"/>
            <a:chExt cx="3853062" cy="598288"/>
          </a:xfrm>
        </p:grpSpPr>
        <p:sp>
          <p:nvSpPr>
            <p:cNvPr id="452" name="Google Shape;452;p11"/>
            <p:cNvSpPr/>
            <p:nvPr/>
          </p:nvSpPr>
          <p:spPr>
            <a:xfrm>
              <a:off x="0" y="0"/>
              <a:ext cx="3853062" cy="569713"/>
            </a:xfrm>
            <a:custGeom>
              <a:rect b="b" l="l" r="r" t="t"/>
              <a:pathLst>
                <a:path extrusionOk="0" h="569713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3" name="Google Shape;453;p11"/>
            <p:cNvSpPr txBox="1"/>
            <p:nvPr/>
          </p:nvSpPr>
          <p:spPr>
            <a:xfrm>
              <a:off x="0" y="-28575"/>
              <a:ext cx="3853062" cy="59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26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0" i="0" lang="en-US" sz="2687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ERP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11"/>
          <p:cNvGrpSpPr/>
          <p:nvPr/>
        </p:nvGrpSpPr>
        <p:grpSpPr>
          <a:xfrm>
            <a:off x="11128027" y="4264372"/>
            <a:ext cx="2889796" cy="1001317"/>
            <a:chOff x="0" y="-95250"/>
            <a:chExt cx="3853062" cy="1335088"/>
          </a:xfrm>
        </p:grpSpPr>
        <p:sp>
          <p:nvSpPr>
            <p:cNvPr id="455" name="Google Shape;455;p11"/>
            <p:cNvSpPr/>
            <p:nvPr/>
          </p:nvSpPr>
          <p:spPr>
            <a:xfrm>
              <a:off x="0" y="0"/>
              <a:ext cx="3853062" cy="1239838"/>
            </a:xfrm>
            <a:custGeom>
              <a:rect b="b" l="l" r="r" t="t"/>
              <a:pathLst>
                <a:path extrusionOk="0" h="1239838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1239838"/>
                  </a:lnTo>
                  <a:lnTo>
                    <a:pt x="0" y="123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6" name="Google Shape;456;p11"/>
            <p:cNvSpPr txBox="1"/>
            <p:nvPr/>
          </p:nvSpPr>
          <p:spPr>
            <a:xfrm>
              <a:off x="0" y="-95250"/>
              <a:ext cx="3853062" cy="1335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Planificación de recursos empresariales.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57" name="Google Shape;457;p11"/>
          <p:cNvSpPr/>
          <p:nvPr/>
        </p:nvSpPr>
        <p:spPr>
          <a:xfrm>
            <a:off x="14380964" y="2721322"/>
            <a:ext cx="722411" cy="722411"/>
          </a:xfrm>
          <a:custGeom>
            <a:rect b="b" l="l" r="r" t="t"/>
            <a:pathLst>
              <a:path extrusionOk="0" h="722411" w="722411">
                <a:moveTo>
                  <a:pt x="0" y="0"/>
                </a:moveTo>
                <a:lnTo>
                  <a:pt x="722411" y="0"/>
                </a:lnTo>
                <a:lnTo>
                  <a:pt x="722411" y="722412"/>
                </a:lnTo>
                <a:lnTo>
                  <a:pt x="0" y="7224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8" name="Google Shape;458;p11"/>
          <p:cNvGrpSpPr/>
          <p:nvPr/>
        </p:nvGrpSpPr>
        <p:grpSpPr>
          <a:xfrm>
            <a:off x="14380964" y="3712815"/>
            <a:ext cx="2889945" cy="448716"/>
            <a:chOff x="0" y="-28575"/>
            <a:chExt cx="3853260" cy="598288"/>
          </a:xfrm>
        </p:grpSpPr>
        <p:sp>
          <p:nvSpPr>
            <p:cNvPr id="459" name="Google Shape;459;p11"/>
            <p:cNvSpPr/>
            <p:nvPr/>
          </p:nvSpPr>
          <p:spPr>
            <a:xfrm>
              <a:off x="0" y="0"/>
              <a:ext cx="3853260" cy="569713"/>
            </a:xfrm>
            <a:custGeom>
              <a:rect b="b" l="l" r="r" t="t"/>
              <a:pathLst>
                <a:path extrusionOk="0" h="569713" w="3853260">
                  <a:moveTo>
                    <a:pt x="0" y="0"/>
                  </a:moveTo>
                  <a:lnTo>
                    <a:pt x="3853260" y="0"/>
                  </a:lnTo>
                  <a:lnTo>
                    <a:pt x="3853260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0" name="Google Shape;460;p11"/>
            <p:cNvSpPr txBox="1"/>
            <p:nvPr/>
          </p:nvSpPr>
          <p:spPr>
            <a:xfrm>
              <a:off x="0" y="-28575"/>
              <a:ext cx="3853260" cy="59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26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0" i="0" lang="en-US" sz="2687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SCM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1"/>
          <p:cNvGrpSpPr/>
          <p:nvPr/>
        </p:nvGrpSpPr>
        <p:grpSpPr>
          <a:xfrm>
            <a:off x="14380964" y="4264372"/>
            <a:ext cx="2889945" cy="1001317"/>
            <a:chOff x="0" y="-95250"/>
            <a:chExt cx="3853260" cy="1335088"/>
          </a:xfrm>
        </p:grpSpPr>
        <p:sp>
          <p:nvSpPr>
            <p:cNvPr id="462" name="Google Shape;462;p11"/>
            <p:cNvSpPr/>
            <p:nvPr/>
          </p:nvSpPr>
          <p:spPr>
            <a:xfrm>
              <a:off x="0" y="0"/>
              <a:ext cx="3853260" cy="1239838"/>
            </a:xfrm>
            <a:custGeom>
              <a:rect b="b" l="l" r="r" t="t"/>
              <a:pathLst>
                <a:path extrusionOk="0" h="1239838" w="3853260">
                  <a:moveTo>
                    <a:pt x="0" y="0"/>
                  </a:moveTo>
                  <a:lnTo>
                    <a:pt x="3853260" y="0"/>
                  </a:lnTo>
                  <a:lnTo>
                    <a:pt x="3853260" y="1239838"/>
                  </a:lnTo>
                  <a:lnTo>
                    <a:pt x="0" y="123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3" name="Google Shape;463;p11"/>
            <p:cNvSpPr txBox="1"/>
            <p:nvPr/>
          </p:nvSpPr>
          <p:spPr>
            <a:xfrm>
              <a:off x="0" y="-95250"/>
              <a:ext cx="3853260" cy="1335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Administración de cadena de suministro.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preencoded.png" id="464" name="Google Shape;464;p11"/>
          <p:cNvSpPr/>
          <p:nvPr/>
        </p:nvSpPr>
        <p:spPr>
          <a:xfrm>
            <a:off x="7875091" y="5846861"/>
            <a:ext cx="722411" cy="722411"/>
          </a:xfrm>
          <a:custGeom>
            <a:rect b="b" l="l" r="r" t="t"/>
            <a:pathLst>
              <a:path extrusionOk="0" h="722411" w="722411">
                <a:moveTo>
                  <a:pt x="0" y="0"/>
                </a:moveTo>
                <a:lnTo>
                  <a:pt x="722411" y="0"/>
                </a:lnTo>
                <a:lnTo>
                  <a:pt x="722411" y="722411"/>
                </a:lnTo>
                <a:lnTo>
                  <a:pt x="0" y="7224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5" name="Google Shape;465;p11"/>
          <p:cNvGrpSpPr/>
          <p:nvPr/>
        </p:nvGrpSpPr>
        <p:grpSpPr>
          <a:xfrm>
            <a:off x="7875091" y="6838355"/>
            <a:ext cx="2889796" cy="448716"/>
            <a:chOff x="0" y="-28575"/>
            <a:chExt cx="3853062" cy="598288"/>
          </a:xfrm>
        </p:grpSpPr>
        <p:sp>
          <p:nvSpPr>
            <p:cNvPr id="466" name="Google Shape;466;p11"/>
            <p:cNvSpPr/>
            <p:nvPr/>
          </p:nvSpPr>
          <p:spPr>
            <a:xfrm>
              <a:off x="0" y="0"/>
              <a:ext cx="3853062" cy="569713"/>
            </a:xfrm>
            <a:custGeom>
              <a:rect b="b" l="l" r="r" t="t"/>
              <a:pathLst>
                <a:path extrusionOk="0" h="569713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569713"/>
                  </a:lnTo>
                  <a:lnTo>
                    <a:pt x="0" y="5697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7" name="Google Shape;467;p11"/>
            <p:cNvSpPr txBox="1"/>
            <p:nvPr/>
          </p:nvSpPr>
          <p:spPr>
            <a:xfrm>
              <a:off x="0" y="-28575"/>
              <a:ext cx="3853062" cy="59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326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87"/>
                <a:buFont typeface="Arial"/>
                <a:buNone/>
              </a:pPr>
              <a:r>
                <a:rPr b="0" i="0" lang="en-US" sz="2687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BI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11"/>
          <p:cNvGrpSpPr/>
          <p:nvPr/>
        </p:nvGrpSpPr>
        <p:grpSpPr>
          <a:xfrm>
            <a:off x="7875091" y="7389911"/>
            <a:ext cx="2889796" cy="1466256"/>
            <a:chOff x="0" y="-95250"/>
            <a:chExt cx="3853062" cy="1955007"/>
          </a:xfrm>
        </p:grpSpPr>
        <p:sp>
          <p:nvSpPr>
            <p:cNvPr id="469" name="Google Shape;469;p11"/>
            <p:cNvSpPr/>
            <p:nvPr/>
          </p:nvSpPr>
          <p:spPr>
            <a:xfrm>
              <a:off x="0" y="0"/>
              <a:ext cx="3853062" cy="1859757"/>
            </a:xfrm>
            <a:custGeom>
              <a:rect b="b" l="l" r="r" t="t"/>
              <a:pathLst>
                <a:path extrusionOk="0" h="1859757" w="3853062">
                  <a:moveTo>
                    <a:pt x="0" y="0"/>
                  </a:moveTo>
                  <a:lnTo>
                    <a:pt x="3853062" y="0"/>
                  </a:lnTo>
                  <a:lnTo>
                    <a:pt x="3853062" y="1859757"/>
                  </a:lnTo>
                  <a:lnTo>
                    <a:pt x="0" y="18597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0" name="Google Shape;470;p11"/>
            <p:cNvSpPr txBox="1"/>
            <p:nvPr/>
          </p:nvSpPr>
          <p:spPr>
            <a:xfrm>
              <a:off x="0" y="-95250"/>
              <a:ext cx="3853062" cy="1955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113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Inteligencia de negocios mediante análisis de datos.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479" name="Google Shape;479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sp>
        <p:nvSpPr>
          <p:cNvPr descr="preencoded.png" id="481" name="Google Shape;481;p12"/>
          <p:cNvSpPr/>
          <p:nvPr/>
        </p:nvSpPr>
        <p:spPr>
          <a:xfrm>
            <a:off x="11430000" y="8112"/>
            <a:ext cx="6858000" cy="10287000"/>
          </a:xfrm>
          <a:custGeom>
            <a:rect b="b" l="l" r="r" t="t"/>
            <a:pathLst>
              <a:path extrusionOk="0"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2" name="Google Shape;482;p12"/>
          <p:cNvGrpSpPr/>
          <p:nvPr/>
        </p:nvGrpSpPr>
        <p:grpSpPr>
          <a:xfrm>
            <a:off x="1047155" y="1605260"/>
            <a:ext cx="9335691" cy="1802903"/>
            <a:chOff x="0" y="-57150"/>
            <a:chExt cx="12447588" cy="2403872"/>
          </a:xfrm>
        </p:grpSpPr>
        <p:sp>
          <p:nvSpPr>
            <p:cNvPr id="483" name="Google Shape;483;p12"/>
            <p:cNvSpPr/>
            <p:nvPr/>
          </p:nvSpPr>
          <p:spPr>
            <a:xfrm>
              <a:off x="0" y="0"/>
              <a:ext cx="12447588" cy="2346722"/>
            </a:xfrm>
            <a:custGeom>
              <a:rect b="b" l="l" r="r" t="t"/>
              <a:pathLst>
                <a:path extrusionOk="0" h="2346722" w="12447588">
                  <a:moveTo>
                    <a:pt x="0" y="0"/>
                  </a:moveTo>
                  <a:lnTo>
                    <a:pt x="12447588" y="0"/>
                  </a:lnTo>
                  <a:lnTo>
                    <a:pt x="12447588" y="2346722"/>
                  </a:lnTo>
                  <a:lnTo>
                    <a:pt x="0" y="234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4" name="Google Shape;484;p12"/>
            <p:cNvSpPr txBox="1"/>
            <p:nvPr/>
          </p:nvSpPr>
          <p:spPr>
            <a:xfrm>
              <a:off x="0" y="-57150"/>
              <a:ext cx="12447588" cy="2403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Clasificación de la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" name="Google Shape;485;p12"/>
          <p:cNvSpPr/>
          <p:nvPr/>
        </p:nvSpPr>
        <p:spPr>
          <a:xfrm>
            <a:off x="1042392" y="3852119"/>
            <a:ext cx="9345263" cy="4791266"/>
          </a:xfrm>
          <a:custGeom>
            <a:rect b="b" l="l" r="r" t="t"/>
            <a:pathLst>
              <a:path extrusionOk="0" h="6388354" w="12460350">
                <a:moveTo>
                  <a:pt x="0" y="66167"/>
                </a:moveTo>
                <a:cubicBezTo>
                  <a:pt x="0" y="29591"/>
                  <a:pt x="29718" y="0"/>
                  <a:pt x="66294" y="0"/>
                </a:cubicBezTo>
                <a:lnTo>
                  <a:pt x="12394057" y="0"/>
                </a:lnTo>
                <a:lnTo>
                  <a:pt x="12394057" y="6350"/>
                </a:lnTo>
                <a:lnTo>
                  <a:pt x="12394057" y="0"/>
                </a:lnTo>
                <a:cubicBezTo>
                  <a:pt x="12430633" y="0"/>
                  <a:pt x="12460350" y="29591"/>
                  <a:pt x="12460350" y="66167"/>
                </a:cubicBezTo>
                <a:lnTo>
                  <a:pt x="12454000" y="66167"/>
                </a:lnTo>
                <a:lnTo>
                  <a:pt x="12460350" y="66167"/>
                </a:lnTo>
                <a:lnTo>
                  <a:pt x="12460350" y="6322187"/>
                </a:lnTo>
                <a:lnTo>
                  <a:pt x="12454000" y="6322187"/>
                </a:lnTo>
                <a:lnTo>
                  <a:pt x="12460350" y="6322187"/>
                </a:lnTo>
                <a:cubicBezTo>
                  <a:pt x="12460350" y="6358763"/>
                  <a:pt x="12430633" y="6388354"/>
                  <a:pt x="12394057" y="6388354"/>
                </a:cubicBezTo>
                <a:lnTo>
                  <a:pt x="12394057" y="6382004"/>
                </a:lnTo>
                <a:lnTo>
                  <a:pt x="12394057" y="6388354"/>
                </a:lnTo>
                <a:lnTo>
                  <a:pt x="66294" y="6388354"/>
                </a:lnTo>
                <a:lnTo>
                  <a:pt x="66294" y="6382004"/>
                </a:lnTo>
                <a:lnTo>
                  <a:pt x="66294" y="6388354"/>
                </a:lnTo>
                <a:cubicBezTo>
                  <a:pt x="29718" y="6388354"/>
                  <a:pt x="0" y="6358763"/>
                  <a:pt x="0" y="6322187"/>
                </a:cubicBezTo>
                <a:lnTo>
                  <a:pt x="0" y="66167"/>
                </a:lnTo>
                <a:lnTo>
                  <a:pt x="6350" y="66167"/>
                </a:lnTo>
                <a:lnTo>
                  <a:pt x="0" y="66167"/>
                </a:lnTo>
                <a:moveTo>
                  <a:pt x="12700" y="66167"/>
                </a:moveTo>
                <a:lnTo>
                  <a:pt x="12700" y="6322187"/>
                </a:lnTo>
                <a:lnTo>
                  <a:pt x="6350" y="6322187"/>
                </a:lnTo>
                <a:lnTo>
                  <a:pt x="12700" y="6322187"/>
                </a:lnTo>
                <a:cubicBezTo>
                  <a:pt x="12700" y="6351778"/>
                  <a:pt x="36703" y="6375654"/>
                  <a:pt x="66294" y="6375654"/>
                </a:cubicBezTo>
                <a:lnTo>
                  <a:pt x="12394057" y="6375654"/>
                </a:lnTo>
                <a:cubicBezTo>
                  <a:pt x="12423648" y="6375654"/>
                  <a:pt x="12447650" y="6351651"/>
                  <a:pt x="12447650" y="6322187"/>
                </a:cubicBezTo>
                <a:lnTo>
                  <a:pt x="12447650" y="66167"/>
                </a:lnTo>
                <a:cubicBezTo>
                  <a:pt x="12447650" y="36576"/>
                  <a:pt x="12423648" y="12700"/>
                  <a:pt x="12394057" y="12700"/>
                </a:cubicBezTo>
                <a:lnTo>
                  <a:pt x="66294" y="12700"/>
                </a:lnTo>
                <a:lnTo>
                  <a:pt x="66294" y="6350"/>
                </a:lnTo>
                <a:lnTo>
                  <a:pt x="66294" y="12700"/>
                </a:lnTo>
                <a:cubicBezTo>
                  <a:pt x="36703" y="12700"/>
                  <a:pt x="12700" y="36703"/>
                  <a:pt x="12700" y="66167"/>
                </a:cubicBezTo>
                <a:close/>
              </a:path>
            </a:pathLst>
          </a:cu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056680" y="3866406"/>
            <a:ext cx="9316593" cy="856774"/>
          </a:xfrm>
          <a:custGeom>
            <a:rect b="b" l="l" r="r" t="t"/>
            <a:pathLst>
              <a:path extrusionOk="0" h="1142365" w="12422124">
                <a:moveTo>
                  <a:pt x="0" y="0"/>
                </a:moveTo>
                <a:lnTo>
                  <a:pt x="12422124" y="0"/>
                </a:lnTo>
                <a:lnTo>
                  <a:pt x="12422124" y="1142365"/>
                </a:lnTo>
                <a:lnTo>
                  <a:pt x="0" y="114236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487" name="Google Shape;487;p12"/>
          <p:cNvGrpSpPr/>
          <p:nvPr/>
        </p:nvGrpSpPr>
        <p:grpSpPr>
          <a:xfrm>
            <a:off x="1355824" y="3983979"/>
            <a:ext cx="4055269" cy="550218"/>
            <a:chOff x="0" y="-95250"/>
            <a:chExt cx="5407025" cy="733623"/>
          </a:xfrm>
        </p:grpSpPr>
        <p:sp>
          <p:nvSpPr>
            <p:cNvPr id="488" name="Google Shape;488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9" name="Google Shape;489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Nivel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6018908" y="3983979"/>
            <a:ext cx="4055269" cy="550218"/>
            <a:chOff x="0" y="-95250"/>
            <a:chExt cx="5407025" cy="733623"/>
          </a:xfrm>
        </p:grpSpPr>
        <p:sp>
          <p:nvSpPr>
            <p:cNvPr id="491" name="Google Shape;491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2" name="Google Shape;492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Operativa, Táctica, Estratégica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p12"/>
          <p:cNvSpPr/>
          <p:nvPr/>
        </p:nvSpPr>
        <p:spPr>
          <a:xfrm>
            <a:off x="1056680" y="4723210"/>
            <a:ext cx="9316593" cy="856774"/>
          </a:xfrm>
          <a:custGeom>
            <a:rect b="b" l="l" r="r" t="t"/>
            <a:pathLst>
              <a:path extrusionOk="0" h="1142365" w="12422124">
                <a:moveTo>
                  <a:pt x="0" y="0"/>
                </a:moveTo>
                <a:lnTo>
                  <a:pt x="12422124" y="0"/>
                </a:lnTo>
                <a:lnTo>
                  <a:pt x="12422124" y="1142365"/>
                </a:lnTo>
                <a:lnTo>
                  <a:pt x="0" y="114236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494" name="Google Shape;494;p12"/>
          <p:cNvGrpSpPr/>
          <p:nvPr/>
        </p:nvGrpSpPr>
        <p:grpSpPr>
          <a:xfrm>
            <a:off x="1355824" y="4840783"/>
            <a:ext cx="4055269" cy="550218"/>
            <a:chOff x="0" y="-95250"/>
            <a:chExt cx="5407025" cy="733623"/>
          </a:xfrm>
        </p:grpSpPr>
        <p:sp>
          <p:nvSpPr>
            <p:cNvPr id="495" name="Google Shape;495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6" name="Google Shape;496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Tiempo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12"/>
          <p:cNvGrpSpPr/>
          <p:nvPr/>
        </p:nvGrpSpPr>
        <p:grpSpPr>
          <a:xfrm>
            <a:off x="6018908" y="4840783"/>
            <a:ext cx="4055269" cy="550218"/>
            <a:chOff x="0" y="-95250"/>
            <a:chExt cx="5407025" cy="733623"/>
          </a:xfrm>
        </p:grpSpPr>
        <p:sp>
          <p:nvSpPr>
            <p:cNvPr id="498" name="Google Shape;498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9" name="Google Shape;499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Histórica, Actual, Predictiva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p12"/>
          <p:cNvSpPr/>
          <p:nvPr/>
        </p:nvSpPr>
        <p:spPr>
          <a:xfrm>
            <a:off x="1056680" y="5580012"/>
            <a:ext cx="9316593" cy="856774"/>
          </a:xfrm>
          <a:custGeom>
            <a:rect b="b" l="l" r="r" t="t"/>
            <a:pathLst>
              <a:path extrusionOk="0" h="1142365" w="12422124">
                <a:moveTo>
                  <a:pt x="0" y="0"/>
                </a:moveTo>
                <a:lnTo>
                  <a:pt x="12422124" y="0"/>
                </a:lnTo>
                <a:lnTo>
                  <a:pt x="12422124" y="1142365"/>
                </a:lnTo>
                <a:lnTo>
                  <a:pt x="0" y="114236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501" name="Google Shape;501;p12"/>
          <p:cNvGrpSpPr/>
          <p:nvPr/>
        </p:nvGrpSpPr>
        <p:grpSpPr>
          <a:xfrm>
            <a:off x="1355824" y="5697587"/>
            <a:ext cx="4055269" cy="550218"/>
            <a:chOff x="0" y="-95250"/>
            <a:chExt cx="5407025" cy="733623"/>
          </a:xfrm>
        </p:grpSpPr>
        <p:sp>
          <p:nvSpPr>
            <p:cNvPr id="502" name="Google Shape;502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3" name="Google Shape;503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Origen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" name="Google Shape;504;p12"/>
          <p:cNvGrpSpPr/>
          <p:nvPr/>
        </p:nvGrpSpPr>
        <p:grpSpPr>
          <a:xfrm>
            <a:off x="6018908" y="5697587"/>
            <a:ext cx="4055269" cy="550218"/>
            <a:chOff x="0" y="-95250"/>
            <a:chExt cx="5407025" cy="733623"/>
          </a:xfrm>
        </p:grpSpPr>
        <p:sp>
          <p:nvSpPr>
            <p:cNvPr id="505" name="Google Shape;505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6" name="Google Shape;506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Interna, Externa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12"/>
          <p:cNvSpPr/>
          <p:nvPr/>
        </p:nvSpPr>
        <p:spPr>
          <a:xfrm>
            <a:off x="1056680" y="6436816"/>
            <a:ext cx="9316593" cy="856774"/>
          </a:xfrm>
          <a:custGeom>
            <a:rect b="b" l="l" r="r" t="t"/>
            <a:pathLst>
              <a:path extrusionOk="0" h="1142365" w="12422124">
                <a:moveTo>
                  <a:pt x="0" y="0"/>
                </a:moveTo>
                <a:lnTo>
                  <a:pt x="12422124" y="0"/>
                </a:lnTo>
                <a:lnTo>
                  <a:pt x="12422124" y="1142365"/>
                </a:lnTo>
                <a:lnTo>
                  <a:pt x="0" y="114236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508" name="Google Shape;508;p12"/>
          <p:cNvGrpSpPr/>
          <p:nvPr/>
        </p:nvGrpSpPr>
        <p:grpSpPr>
          <a:xfrm>
            <a:off x="1355824" y="6554391"/>
            <a:ext cx="4055269" cy="550218"/>
            <a:chOff x="0" y="-95250"/>
            <a:chExt cx="5407025" cy="733623"/>
          </a:xfrm>
        </p:grpSpPr>
        <p:sp>
          <p:nvSpPr>
            <p:cNvPr id="509" name="Google Shape;509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0" name="Google Shape;510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Formato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12"/>
          <p:cNvGrpSpPr/>
          <p:nvPr/>
        </p:nvGrpSpPr>
        <p:grpSpPr>
          <a:xfrm>
            <a:off x="6018908" y="6554391"/>
            <a:ext cx="4055269" cy="550218"/>
            <a:chOff x="0" y="-95250"/>
            <a:chExt cx="5407025" cy="733623"/>
          </a:xfrm>
        </p:grpSpPr>
        <p:sp>
          <p:nvSpPr>
            <p:cNvPr id="512" name="Google Shape;512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3" name="Google Shape;513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Estructurada, No estructurada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12"/>
          <p:cNvSpPr/>
          <p:nvPr/>
        </p:nvSpPr>
        <p:spPr>
          <a:xfrm>
            <a:off x="1056680" y="7293620"/>
            <a:ext cx="9316593" cy="1335596"/>
          </a:xfrm>
          <a:custGeom>
            <a:rect b="b" l="l" r="r" t="t"/>
            <a:pathLst>
              <a:path extrusionOk="0" h="1780794" w="12422124">
                <a:moveTo>
                  <a:pt x="0" y="0"/>
                </a:moveTo>
                <a:lnTo>
                  <a:pt x="12422124" y="0"/>
                </a:lnTo>
                <a:lnTo>
                  <a:pt x="12422124" y="1780794"/>
                </a:lnTo>
                <a:lnTo>
                  <a:pt x="0" y="1780794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</p:sp>
      <p:grpSp>
        <p:nvGrpSpPr>
          <p:cNvPr id="515" name="Google Shape;515;p12"/>
          <p:cNvGrpSpPr/>
          <p:nvPr/>
        </p:nvGrpSpPr>
        <p:grpSpPr>
          <a:xfrm>
            <a:off x="1355824" y="7411193"/>
            <a:ext cx="4055269" cy="550218"/>
            <a:chOff x="0" y="-95250"/>
            <a:chExt cx="5407025" cy="733623"/>
          </a:xfrm>
        </p:grpSpPr>
        <p:sp>
          <p:nvSpPr>
            <p:cNvPr id="516" name="Google Shape;516;p12"/>
            <p:cNvSpPr/>
            <p:nvPr/>
          </p:nvSpPr>
          <p:spPr>
            <a:xfrm>
              <a:off x="0" y="0"/>
              <a:ext cx="5407025" cy="638373"/>
            </a:xfrm>
            <a:custGeom>
              <a:rect b="b" l="l" r="r" t="t"/>
              <a:pathLst>
                <a:path extrusionOk="0" h="638373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7" name="Google Shape;517;p12"/>
            <p:cNvSpPr txBox="1"/>
            <p:nvPr/>
          </p:nvSpPr>
          <p:spPr>
            <a:xfrm>
              <a:off x="0" y="-95250"/>
              <a:ext cx="5407025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Accesibilidad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12"/>
          <p:cNvGrpSpPr/>
          <p:nvPr/>
        </p:nvGrpSpPr>
        <p:grpSpPr>
          <a:xfrm>
            <a:off x="6018908" y="7411194"/>
            <a:ext cx="4055269" cy="1028997"/>
            <a:chOff x="0" y="-95250"/>
            <a:chExt cx="5407025" cy="1371997"/>
          </a:xfrm>
        </p:grpSpPr>
        <p:sp>
          <p:nvSpPr>
            <p:cNvPr id="519" name="Google Shape;519;p12"/>
            <p:cNvSpPr/>
            <p:nvPr/>
          </p:nvSpPr>
          <p:spPr>
            <a:xfrm>
              <a:off x="0" y="0"/>
              <a:ext cx="5407025" cy="1276747"/>
            </a:xfrm>
            <a:custGeom>
              <a:rect b="b" l="l" r="r" t="t"/>
              <a:pathLst>
                <a:path extrusionOk="0" h="1276747" w="5407025">
                  <a:moveTo>
                    <a:pt x="0" y="0"/>
                  </a:moveTo>
                  <a:lnTo>
                    <a:pt x="5407025" y="0"/>
                  </a:lnTo>
                  <a:lnTo>
                    <a:pt x="5407025" y="1276747"/>
                  </a:lnTo>
                  <a:lnTo>
                    <a:pt x="0" y="1276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0" name="Google Shape;520;p12"/>
            <p:cNvSpPr txBox="1"/>
            <p:nvPr/>
          </p:nvSpPr>
          <p:spPr>
            <a:xfrm>
              <a:off x="0" y="-95250"/>
              <a:ext cx="5407025" cy="1371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Pública, Confidencial, Restringida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529" name="Google Shape;529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12836"/>
          </a:solidFill>
          <a:ln>
            <a:noFill/>
          </a:ln>
        </p:spPr>
      </p:sp>
      <p:grpSp>
        <p:nvGrpSpPr>
          <p:cNvPr id="531" name="Google Shape;531;p13"/>
          <p:cNvGrpSpPr/>
          <p:nvPr/>
        </p:nvGrpSpPr>
        <p:grpSpPr>
          <a:xfrm>
            <a:off x="1047155" y="867965"/>
            <a:ext cx="16143238" cy="922883"/>
            <a:chOff x="0" y="-57150"/>
            <a:chExt cx="21524317" cy="1230512"/>
          </a:xfrm>
        </p:grpSpPr>
        <p:sp>
          <p:nvSpPr>
            <p:cNvPr id="532" name="Google Shape;532;p13"/>
            <p:cNvSpPr/>
            <p:nvPr/>
          </p:nvSpPr>
          <p:spPr>
            <a:xfrm>
              <a:off x="0" y="0"/>
              <a:ext cx="21524317" cy="1173362"/>
            </a:xfrm>
            <a:custGeom>
              <a:rect b="b" l="l" r="r" t="t"/>
              <a:pathLst>
                <a:path extrusionOk="0" h="1173362" w="21524317">
                  <a:moveTo>
                    <a:pt x="0" y="0"/>
                  </a:moveTo>
                  <a:lnTo>
                    <a:pt x="21524317" y="0"/>
                  </a:lnTo>
                  <a:lnTo>
                    <a:pt x="21524317" y="1173362"/>
                  </a:lnTo>
                  <a:lnTo>
                    <a:pt x="0" y="1173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3" name="Google Shape;533;p13"/>
            <p:cNvSpPr txBox="1"/>
            <p:nvPr/>
          </p:nvSpPr>
          <p:spPr>
            <a:xfrm>
              <a:off x="0" y="-57150"/>
              <a:ext cx="21524317" cy="12305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b="0" i="0" lang="en-US" sz="55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Futuro de los Sistemas de Información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13"/>
          <p:cNvSpPr/>
          <p:nvPr/>
        </p:nvSpPr>
        <p:spPr>
          <a:xfrm>
            <a:off x="1047155" y="2389286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p13"/>
          <p:cNvGrpSpPr/>
          <p:nvPr/>
        </p:nvGrpSpPr>
        <p:grpSpPr>
          <a:xfrm>
            <a:off x="1720155" y="2360711"/>
            <a:ext cx="4269581" cy="468511"/>
            <a:chOff x="0" y="-38100"/>
            <a:chExt cx="5692775" cy="624682"/>
          </a:xfrm>
        </p:grpSpPr>
        <p:sp>
          <p:nvSpPr>
            <p:cNvPr id="536" name="Google Shape;536;p13"/>
            <p:cNvSpPr/>
            <p:nvPr/>
          </p:nvSpPr>
          <p:spPr>
            <a:xfrm>
              <a:off x="0" y="0"/>
              <a:ext cx="5692775" cy="586582"/>
            </a:xfrm>
            <a:custGeom>
              <a:rect b="b" l="l" r="r" t="t"/>
              <a:pathLst>
                <a:path extrusionOk="0" h="586582" w="5692775">
                  <a:moveTo>
                    <a:pt x="0" y="0"/>
                  </a:moveTo>
                  <a:lnTo>
                    <a:pt x="5692775" y="0"/>
                  </a:lnTo>
                  <a:lnTo>
                    <a:pt x="5692775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7" name="Google Shape;537;p13"/>
            <p:cNvSpPr txBox="1"/>
            <p:nvPr/>
          </p:nvSpPr>
          <p:spPr>
            <a:xfrm>
              <a:off x="0" y="-38100"/>
              <a:ext cx="5692775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Inteligencia Artificial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13"/>
          <p:cNvGrpSpPr/>
          <p:nvPr/>
        </p:nvGrpSpPr>
        <p:grpSpPr>
          <a:xfrm>
            <a:off x="1720155" y="2937272"/>
            <a:ext cx="15520690" cy="550218"/>
            <a:chOff x="0" y="-95250"/>
            <a:chExt cx="20694253" cy="733623"/>
          </a:xfrm>
        </p:grpSpPr>
        <p:sp>
          <p:nvSpPr>
            <p:cNvPr id="539" name="Google Shape;539;p13"/>
            <p:cNvSpPr/>
            <p:nvPr/>
          </p:nvSpPr>
          <p:spPr>
            <a:xfrm>
              <a:off x="0" y="0"/>
              <a:ext cx="20694253" cy="638373"/>
            </a:xfrm>
            <a:custGeom>
              <a:rect b="b" l="l" r="r" t="t"/>
              <a:pathLst>
                <a:path extrusionOk="0" h="638373" w="20694253">
                  <a:moveTo>
                    <a:pt x="0" y="0"/>
                  </a:moveTo>
                  <a:lnTo>
                    <a:pt x="20694253" y="0"/>
                  </a:lnTo>
                  <a:lnTo>
                    <a:pt x="20694253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0" name="Google Shape;540;p13"/>
            <p:cNvSpPr txBox="1"/>
            <p:nvPr/>
          </p:nvSpPr>
          <p:spPr>
            <a:xfrm>
              <a:off x="0" y="-95250"/>
              <a:ext cx="2069425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Aprendizaje automático y sistemas inteligentes.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13"/>
          <p:cNvSpPr/>
          <p:nvPr/>
        </p:nvSpPr>
        <p:spPr>
          <a:xfrm>
            <a:off x="1495871" y="3786634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13"/>
          <p:cNvGrpSpPr/>
          <p:nvPr/>
        </p:nvGrpSpPr>
        <p:grpSpPr>
          <a:xfrm>
            <a:off x="2168872" y="3758059"/>
            <a:ext cx="5147668" cy="468511"/>
            <a:chOff x="0" y="-38100"/>
            <a:chExt cx="6863557" cy="624682"/>
          </a:xfrm>
        </p:grpSpPr>
        <p:sp>
          <p:nvSpPr>
            <p:cNvPr id="543" name="Google Shape;543;p13"/>
            <p:cNvSpPr/>
            <p:nvPr/>
          </p:nvSpPr>
          <p:spPr>
            <a:xfrm>
              <a:off x="0" y="0"/>
              <a:ext cx="6863557" cy="586582"/>
            </a:xfrm>
            <a:custGeom>
              <a:rect b="b" l="l" r="r" t="t"/>
              <a:pathLst>
                <a:path extrusionOk="0" h="586582" w="6863557">
                  <a:moveTo>
                    <a:pt x="0" y="0"/>
                  </a:moveTo>
                  <a:lnTo>
                    <a:pt x="6863557" y="0"/>
                  </a:lnTo>
                  <a:lnTo>
                    <a:pt x="6863557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4" name="Google Shape;544;p13"/>
            <p:cNvSpPr txBox="1"/>
            <p:nvPr/>
          </p:nvSpPr>
          <p:spPr>
            <a:xfrm>
              <a:off x="0" y="-38100"/>
              <a:ext cx="6863557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Computación en la Nube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5" name="Google Shape;545;p13"/>
          <p:cNvGrpSpPr/>
          <p:nvPr/>
        </p:nvGrpSpPr>
        <p:grpSpPr>
          <a:xfrm>
            <a:off x="2168872" y="4334618"/>
            <a:ext cx="15071973" cy="550218"/>
            <a:chOff x="0" y="-95250"/>
            <a:chExt cx="20095964" cy="733623"/>
          </a:xfrm>
        </p:grpSpPr>
        <p:sp>
          <p:nvSpPr>
            <p:cNvPr id="546" name="Google Shape;546;p13"/>
            <p:cNvSpPr/>
            <p:nvPr/>
          </p:nvSpPr>
          <p:spPr>
            <a:xfrm>
              <a:off x="0" y="0"/>
              <a:ext cx="20095964" cy="638373"/>
            </a:xfrm>
            <a:custGeom>
              <a:rect b="b" l="l" r="r" t="t"/>
              <a:pathLst>
                <a:path extrusionOk="0" h="638373" w="20095964">
                  <a:moveTo>
                    <a:pt x="0" y="0"/>
                  </a:moveTo>
                  <a:lnTo>
                    <a:pt x="20095964" y="0"/>
                  </a:lnTo>
                  <a:lnTo>
                    <a:pt x="20095964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7" name="Google Shape;547;p13"/>
            <p:cNvSpPr txBox="1"/>
            <p:nvPr/>
          </p:nvSpPr>
          <p:spPr>
            <a:xfrm>
              <a:off x="0" y="-95250"/>
              <a:ext cx="20095963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Acceso flexible y almacenamiento seguro.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13"/>
          <p:cNvSpPr/>
          <p:nvPr/>
        </p:nvSpPr>
        <p:spPr>
          <a:xfrm>
            <a:off x="1944738" y="5183981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" name="Google Shape;549;p13"/>
          <p:cNvGrpSpPr/>
          <p:nvPr/>
        </p:nvGrpSpPr>
        <p:grpSpPr>
          <a:xfrm>
            <a:off x="2617738" y="5155406"/>
            <a:ext cx="3520231" cy="468511"/>
            <a:chOff x="0" y="-38100"/>
            <a:chExt cx="4693642" cy="624682"/>
          </a:xfrm>
        </p:grpSpPr>
        <p:sp>
          <p:nvSpPr>
            <p:cNvPr id="550" name="Google Shape;550;p13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1" name="Google Shape;551;p13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IoT e Integración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2" name="Google Shape;552;p13"/>
          <p:cNvGrpSpPr/>
          <p:nvPr/>
        </p:nvGrpSpPr>
        <p:grpSpPr>
          <a:xfrm>
            <a:off x="2617738" y="5731966"/>
            <a:ext cx="14623107" cy="550218"/>
            <a:chOff x="0" y="-95250"/>
            <a:chExt cx="19497477" cy="733623"/>
          </a:xfrm>
        </p:grpSpPr>
        <p:sp>
          <p:nvSpPr>
            <p:cNvPr id="553" name="Google Shape;553;p13"/>
            <p:cNvSpPr/>
            <p:nvPr/>
          </p:nvSpPr>
          <p:spPr>
            <a:xfrm>
              <a:off x="0" y="0"/>
              <a:ext cx="19497477" cy="638373"/>
            </a:xfrm>
            <a:custGeom>
              <a:rect b="b" l="l" r="r" t="t"/>
              <a:pathLst>
                <a:path extrusionOk="0" h="638373" w="19497477">
                  <a:moveTo>
                    <a:pt x="0" y="0"/>
                  </a:moveTo>
                  <a:lnTo>
                    <a:pt x="19497477" y="0"/>
                  </a:lnTo>
                  <a:lnTo>
                    <a:pt x="19497477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4" name="Google Shape;554;p13"/>
            <p:cNvSpPr txBox="1"/>
            <p:nvPr/>
          </p:nvSpPr>
          <p:spPr>
            <a:xfrm>
              <a:off x="0" y="-95250"/>
              <a:ext cx="19497477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Conectividad total entre dispositivos y sistemas.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3"/>
          <p:cNvSpPr/>
          <p:nvPr/>
        </p:nvSpPr>
        <p:spPr>
          <a:xfrm>
            <a:off x="2393602" y="6581329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13"/>
          <p:cNvGrpSpPr/>
          <p:nvPr/>
        </p:nvGrpSpPr>
        <p:grpSpPr>
          <a:xfrm>
            <a:off x="3066604" y="6552754"/>
            <a:ext cx="4070300" cy="468511"/>
            <a:chOff x="0" y="-38100"/>
            <a:chExt cx="5427067" cy="624682"/>
          </a:xfrm>
        </p:grpSpPr>
        <p:sp>
          <p:nvSpPr>
            <p:cNvPr id="557" name="Google Shape;557;p13"/>
            <p:cNvSpPr/>
            <p:nvPr/>
          </p:nvSpPr>
          <p:spPr>
            <a:xfrm>
              <a:off x="0" y="0"/>
              <a:ext cx="5427067" cy="586582"/>
            </a:xfrm>
            <a:custGeom>
              <a:rect b="b" l="l" r="r" t="t"/>
              <a:pathLst>
                <a:path extrusionOk="0" h="586582" w="5427067">
                  <a:moveTo>
                    <a:pt x="0" y="0"/>
                  </a:moveTo>
                  <a:lnTo>
                    <a:pt x="5427067" y="0"/>
                  </a:lnTo>
                  <a:lnTo>
                    <a:pt x="5427067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8" name="Google Shape;558;p13"/>
            <p:cNvSpPr txBox="1"/>
            <p:nvPr/>
          </p:nvSpPr>
          <p:spPr>
            <a:xfrm>
              <a:off x="0" y="-38100"/>
              <a:ext cx="5427067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Analítica Avanzada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p13"/>
          <p:cNvGrpSpPr/>
          <p:nvPr/>
        </p:nvGrpSpPr>
        <p:grpSpPr>
          <a:xfrm>
            <a:off x="3066604" y="7129313"/>
            <a:ext cx="14174242" cy="550218"/>
            <a:chOff x="0" y="-95250"/>
            <a:chExt cx="18898989" cy="733623"/>
          </a:xfrm>
        </p:grpSpPr>
        <p:sp>
          <p:nvSpPr>
            <p:cNvPr id="560" name="Google Shape;560;p13"/>
            <p:cNvSpPr/>
            <p:nvPr/>
          </p:nvSpPr>
          <p:spPr>
            <a:xfrm>
              <a:off x="0" y="0"/>
              <a:ext cx="18898989" cy="638373"/>
            </a:xfrm>
            <a:custGeom>
              <a:rect b="b" l="l" r="r" t="t"/>
              <a:pathLst>
                <a:path extrusionOk="0" h="638373" w="18898989">
                  <a:moveTo>
                    <a:pt x="0" y="0"/>
                  </a:moveTo>
                  <a:lnTo>
                    <a:pt x="18898989" y="0"/>
                  </a:lnTo>
                  <a:lnTo>
                    <a:pt x="18898989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1" name="Google Shape;561;p13"/>
            <p:cNvSpPr txBox="1"/>
            <p:nvPr/>
          </p:nvSpPr>
          <p:spPr>
            <a:xfrm>
              <a:off x="0" y="-95250"/>
              <a:ext cx="18898988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Predicción y prescripción para mejores decisiones.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2" name="Google Shape;562;p13"/>
          <p:cNvSpPr/>
          <p:nvPr/>
        </p:nvSpPr>
        <p:spPr>
          <a:xfrm>
            <a:off x="1944738" y="7978676"/>
            <a:ext cx="224219" cy="1098137"/>
          </a:xfrm>
          <a:custGeom>
            <a:rect b="b" l="l" r="r" t="t"/>
            <a:pathLst>
              <a:path extrusionOk="0" h="1464183" w="298958">
                <a:moveTo>
                  <a:pt x="0" y="59817"/>
                </a:moveTo>
                <a:cubicBezTo>
                  <a:pt x="0" y="26797"/>
                  <a:pt x="26797" y="0"/>
                  <a:pt x="59817" y="0"/>
                </a:cubicBezTo>
                <a:lnTo>
                  <a:pt x="239141" y="0"/>
                </a:lnTo>
                <a:cubicBezTo>
                  <a:pt x="272161" y="0"/>
                  <a:pt x="298958" y="26797"/>
                  <a:pt x="298958" y="59817"/>
                </a:cubicBezTo>
                <a:lnTo>
                  <a:pt x="298958" y="1404366"/>
                </a:lnTo>
                <a:cubicBezTo>
                  <a:pt x="298958" y="1437386"/>
                  <a:pt x="272161" y="1464183"/>
                  <a:pt x="239141" y="1464183"/>
                </a:cubicBezTo>
                <a:lnTo>
                  <a:pt x="59817" y="1464183"/>
                </a:lnTo>
                <a:cubicBezTo>
                  <a:pt x="26797" y="1464183"/>
                  <a:pt x="0" y="1437386"/>
                  <a:pt x="0" y="1404366"/>
                </a:cubicBezTo>
                <a:close/>
              </a:path>
            </a:pathLst>
          </a:cu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3" name="Google Shape;563;p13"/>
          <p:cNvGrpSpPr/>
          <p:nvPr/>
        </p:nvGrpSpPr>
        <p:grpSpPr>
          <a:xfrm>
            <a:off x="2617738" y="7950101"/>
            <a:ext cx="3520231" cy="468511"/>
            <a:chOff x="0" y="-38100"/>
            <a:chExt cx="4693642" cy="624682"/>
          </a:xfrm>
        </p:grpSpPr>
        <p:sp>
          <p:nvSpPr>
            <p:cNvPr id="564" name="Google Shape;564;p13"/>
            <p:cNvSpPr/>
            <p:nvPr/>
          </p:nvSpPr>
          <p:spPr>
            <a:xfrm>
              <a:off x="0" y="0"/>
              <a:ext cx="4693642" cy="586582"/>
            </a:xfrm>
            <a:custGeom>
              <a:rect b="b" l="l" r="r" t="t"/>
              <a:pathLst>
                <a:path extrusionOk="0" h="586582" w="4693642">
                  <a:moveTo>
                    <a:pt x="0" y="0"/>
                  </a:moveTo>
                  <a:lnTo>
                    <a:pt x="4693642" y="0"/>
                  </a:lnTo>
                  <a:lnTo>
                    <a:pt x="4693642" y="586582"/>
                  </a:lnTo>
                  <a:lnTo>
                    <a:pt x="0" y="586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5" name="Google Shape;565;p13"/>
            <p:cNvSpPr txBox="1"/>
            <p:nvPr/>
          </p:nvSpPr>
          <p:spPr>
            <a:xfrm>
              <a:off x="0" y="-38100"/>
              <a:ext cx="4693642" cy="6246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b="0" i="0" lang="en-US" sz="2750" u="none" cap="none" strike="noStrike">
                  <a:solidFill>
                    <a:srgbClr val="CAD6DE"/>
                  </a:solidFill>
                  <a:latin typeface="Arimo"/>
                  <a:ea typeface="Arimo"/>
                  <a:cs typeface="Arimo"/>
                  <a:sym typeface="Arimo"/>
                </a:rPr>
                <a:t>Automatización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13"/>
          <p:cNvGrpSpPr/>
          <p:nvPr/>
        </p:nvGrpSpPr>
        <p:grpSpPr>
          <a:xfrm>
            <a:off x="2617738" y="8526661"/>
            <a:ext cx="14623107" cy="550218"/>
            <a:chOff x="0" y="-95250"/>
            <a:chExt cx="19497477" cy="733623"/>
          </a:xfrm>
        </p:grpSpPr>
        <p:sp>
          <p:nvSpPr>
            <p:cNvPr id="567" name="Google Shape;567;p13"/>
            <p:cNvSpPr/>
            <p:nvPr/>
          </p:nvSpPr>
          <p:spPr>
            <a:xfrm>
              <a:off x="0" y="0"/>
              <a:ext cx="19497477" cy="638373"/>
            </a:xfrm>
            <a:custGeom>
              <a:rect b="b" l="l" r="r" t="t"/>
              <a:pathLst>
                <a:path extrusionOk="0" h="638373" w="19497477">
                  <a:moveTo>
                    <a:pt x="0" y="0"/>
                  </a:moveTo>
                  <a:lnTo>
                    <a:pt x="19497477" y="0"/>
                  </a:lnTo>
                  <a:lnTo>
                    <a:pt x="19497477" y="638373"/>
                  </a:lnTo>
                  <a:lnTo>
                    <a:pt x="0" y="6383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8" name="Google Shape;568;p13"/>
            <p:cNvSpPr txBox="1"/>
            <p:nvPr/>
          </p:nvSpPr>
          <p:spPr>
            <a:xfrm>
              <a:off x="0" y="-95250"/>
              <a:ext cx="19497477" cy="733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219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12"/>
                <a:buFont typeface="Arial"/>
                <a:buNone/>
              </a:pPr>
              <a:r>
                <a:rPr b="0" i="0" lang="en-US" sz="2312" u="none" cap="none" strike="noStrike">
                  <a:solidFill>
                    <a:srgbClr val="CAD6DE"/>
                  </a:solidFill>
                  <a:latin typeface="Cabin"/>
                  <a:ea typeface="Cabin"/>
                  <a:cs typeface="Cabin"/>
                  <a:sym typeface="Cabin"/>
                </a:rPr>
                <a:t>Procesos hiperconectados y automatizados.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4"/>
          <p:cNvSpPr txBox="1"/>
          <p:nvPr/>
        </p:nvSpPr>
        <p:spPr>
          <a:xfrm>
            <a:off x="1960694" y="3860833"/>
            <a:ext cx="13506718" cy="5511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Sistema de información: Procesa y gestiona datos para tomar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Tipos de SI: TPS, MIS, DSS, ERP, CRM.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Importancia: Mejora la eficiencia y competitividad empresarial.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Desafíos: Seguridad, integración y adaptación tecnológica.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Tendencias: Inteligencia artificial, big data y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Clasificación: Información interna, externa, confidencial o pública.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6"/>
          <p:cNvSpPr txBox="1"/>
          <p:nvPr/>
        </p:nvSpPr>
        <p:spPr>
          <a:xfrm>
            <a:off x="3416041" y="4435592"/>
            <a:ext cx="11455919" cy="333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https://www.frexus.dev/post/evolucion-de-los-sistemas-de-informacion/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https://www.classter.com/es/blog/edtech-es/evolucion-e-impacto-de-los-sistemas-de-informacion-estudiantil-en-la-ensenanza-superior/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4" name="Google Shape;594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